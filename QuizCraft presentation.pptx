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sldIdLst>
    <p:sldId id="256" r:id="rId2"/>
    <p:sldId id="258" r:id="rId3"/>
    <p:sldId id="262" r:id="rId4"/>
    <p:sldId id="263" r:id="rId5"/>
    <p:sldId id="261" r:id="rId6"/>
    <p:sldId id="264" r:id="rId7"/>
    <p:sldId id="266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554"/>
    <a:srgbClr val="38BDF8"/>
    <a:srgbClr val="0B122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17AB4-4137-45F0-9202-3FB66778AB98}" v="438" dt="2026-09-22T16:14:11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nna mehra" userId="8cc899f416cedc12" providerId="LiveId" clId="{072357A7-4BBA-430F-A462-6DFF77B28EC5}"/>
    <pc:docChg chg="undo custSel addSld delSld modSld sldOrd">
      <pc:chgData name="tamanna mehra" userId="8cc899f416cedc12" providerId="LiveId" clId="{072357A7-4BBA-430F-A462-6DFF77B28EC5}" dt="2026-09-22T16:14:44.608" v="7971" actId="1076"/>
      <pc:docMkLst>
        <pc:docMk/>
      </pc:docMkLst>
      <pc:sldChg chg="addSp delSp modSp new mod setBg modClrScheme addAnim delAnim modAnim chgLayout">
        <pc:chgData name="tamanna mehra" userId="8cc899f416cedc12" providerId="LiveId" clId="{072357A7-4BBA-430F-A462-6DFF77B28EC5}" dt="2026-09-22T11:27:16.585" v="5105" actId="14100"/>
        <pc:sldMkLst>
          <pc:docMk/>
          <pc:sldMk cId="233312499" sldId="256"/>
        </pc:sldMkLst>
        <pc:spChg chg="add mod">
          <ac:chgData name="tamanna mehra" userId="8cc899f416cedc12" providerId="LiveId" clId="{072357A7-4BBA-430F-A462-6DFF77B28EC5}" dt="2026-09-22T10:21:38.063" v="3459" actId="1076"/>
          <ac:spMkLst>
            <pc:docMk/>
            <pc:sldMk cId="233312499" sldId="256"/>
            <ac:spMk id="3" creationId="{B6C61824-69A1-EF26-1C47-34175E490058}"/>
          </ac:spMkLst>
        </pc:spChg>
        <pc:spChg chg="add mod">
          <ac:chgData name="tamanna mehra" userId="8cc899f416cedc12" providerId="LiveId" clId="{072357A7-4BBA-430F-A462-6DFF77B28EC5}" dt="2026-09-22T10:20:07.447" v="3447" actId="1076"/>
          <ac:spMkLst>
            <pc:docMk/>
            <pc:sldMk cId="233312499" sldId="256"/>
            <ac:spMk id="4" creationId="{3494FA8E-7FBF-5F1A-ADF4-D294C1AD7369}"/>
          </ac:spMkLst>
        </pc:spChg>
        <pc:spChg chg="add mod">
          <ac:chgData name="tamanna mehra" userId="8cc899f416cedc12" providerId="LiveId" clId="{072357A7-4BBA-430F-A462-6DFF77B28EC5}" dt="2026-09-22T10:20:20.028" v="3449" actId="1076"/>
          <ac:spMkLst>
            <pc:docMk/>
            <pc:sldMk cId="233312499" sldId="256"/>
            <ac:spMk id="5" creationId="{BB02A211-96C6-B751-E190-510542784893}"/>
          </ac:spMkLst>
        </pc:spChg>
        <pc:spChg chg="add del mod">
          <ac:chgData name="tamanna mehra" userId="8cc899f416cedc12" providerId="LiveId" clId="{072357A7-4BBA-430F-A462-6DFF77B28EC5}" dt="2026-09-22T08:51:40.716" v="3106"/>
          <ac:spMkLst>
            <pc:docMk/>
            <pc:sldMk cId="233312499" sldId="256"/>
            <ac:spMk id="6" creationId="{89A320AF-85AE-77FA-FBC8-D7870F31CFC5}"/>
          </ac:spMkLst>
        </pc:spChg>
        <pc:spChg chg="add del mod">
          <ac:chgData name="tamanna mehra" userId="8cc899f416cedc12" providerId="LiveId" clId="{072357A7-4BBA-430F-A462-6DFF77B28EC5}" dt="2026-09-22T08:23:25.766" v="2954"/>
          <ac:spMkLst>
            <pc:docMk/>
            <pc:sldMk cId="233312499" sldId="256"/>
            <ac:spMk id="7" creationId="{0FC5A4B3-94F2-7C98-B4A5-033F7D3F9E0C}"/>
          </ac:spMkLst>
        </pc:spChg>
        <pc:spChg chg="add mod">
          <ac:chgData name="tamanna mehra" userId="8cc899f416cedc12" providerId="LiveId" clId="{072357A7-4BBA-430F-A462-6DFF77B28EC5}" dt="2026-09-22T10:16:35.695" v="3418" actId="1076"/>
          <ac:spMkLst>
            <pc:docMk/>
            <pc:sldMk cId="233312499" sldId="256"/>
            <ac:spMk id="8" creationId="{AF229EA0-A5C8-46F2-B502-584ACCB7AB58}"/>
          </ac:spMkLst>
        </pc:spChg>
        <pc:graphicFrameChg chg="add del mod modGraphic">
          <ac:chgData name="tamanna mehra" userId="8cc899f416cedc12" providerId="LiveId" clId="{072357A7-4BBA-430F-A462-6DFF77B28EC5}" dt="2026-09-22T08:53:28.473" v="3122" actId="21"/>
          <ac:graphicFrameMkLst>
            <pc:docMk/>
            <pc:sldMk cId="233312499" sldId="256"/>
            <ac:graphicFrameMk id="11" creationId="{B7F1BE98-8183-24FE-4C99-DE25F0F9D25A}"/>
          </ac:graphicFrameMkLst>
        </pc:graphicFrameChg>
        <pc:graphicFrameChg chg="add del modGraphic">
          <ac:chgData name="tamanna mehra" userId="8cc899f416cedc12" providerId="LiveId" clId="{072357A7-4BBA-430F-A462-6DFF77B28EC5}" dt="2026-09-22T08:54:10.950" v="3124" actId="1032"/>
          <ac:graphicFrameMkLst>
            <pc:docMk/>
            <pc:sldMk cId="233312499" sldId="256"/>
            <ac:graphicFrameMk id="13" creationId="{E9AF0351-E571-F975-6672-035404178C11}"/>
          </ac:graphicFrameMkLst>
        </pc:graphicFrameChg>
        <pc:graphicFrameChg chg="add mod modGraphic">
          <ac:chgData name="tamanna mehra" userId="8cc899f416cedc12" providerId="LiveId" clId="{072357A7-4BBA-430F-A462-6DFF77B28EC5}" dt="2026-09-22T10:16:35.695" v="3418" actId="1076"/>
          <ac:graphicFrameMkLst>
            <pc:docMk/>
            <pc:sldMk cId="233312499" sldId="256"/>
            <ac:graphicFrameMk id="16" creationId="{07DD0E10-F484-3388-2D97-6DA34FA7CD68}"/>
          </ac:graphicFrameMkLst>
        </pc:graphicFrameChg>
        <pc:picChg chg="add mod modCrop">
          <ac:chgData name="tamanna mehra" userId="8cc899f416cedc12" providerId="LiveId" clId="{072357A7-4BBA-430F-A462-6DFF77B28EC5}" dt="2026-09-22T10:20:24.828" v="3450" actId="1076"/>
          <ac:picMkLst>
            <pc:docMk/>
            <pc:sldMk cId="233312499" sldId="256"/>
            <ac:picMk id="10" creationId="{85970B3E-3D4A-7E6B-56DC-69747D2C38DA}"/>
          </ac:picMkLst>
        </pc:picChg>
        <pc:cxnChg chg="add mod">
          <ac:chgData name="tamanna mehra" userId="8cc899f416cedc12" providerId="LiveId" clId="{072357A7-4BBA-430F-A462-6DFF77B28EC5}" dt="2026-09-22T11:27:16.585" v="5105" actId="14100"/>
          <ac:cxnSpMkLst>
            <pc:docMk/>
            <pc:sldMk cId="233312499" sldId="256"/>
            <ac:cxnSpMk id="7" creationId="{06F5E89D-DBB5-DDE3-C5B7-B71F73417017}"/>
          </ac:cxnSpMkLst>
        </pc:cxnChg>
        <pc:cxnChg chg="add mod">
          <ac:chgData name="tamanna mehra" userId="8cc899f416cedc12" providerId="LiveId" clId="{072357A7-4BBA-430F-A462-6DFF77B28EC5}" dt="2026-09-22T10:21:31.671" v="3458" actId="692"/>
          <ac:cxnSpMkLst>
            <pc:docMk/>
            <pc:sldMk cId="233312499" sldId="256"/>
            <ac:cxnSpMk id="12" creationId="{6011C868-BAC3-0449-A9C5-CAF2A3417762}"/>
          </ac:cxnSpMkLst>
        </pc:cxnChg>
      </pc:sldChg>
      <pc:sldChg chg="addSp delSp modSp new del mod setBg modClrScheme addAnim delAnim modAnim chgLayout">
        <pc:chgData name="tamanna mehra" userId="8cc899f416cedc12" providerId="LiveId" clId="{072357A7-4BBA-430F-A462-6DFF77B28EC5}" dt="2026-09-22T10:18:51.165" v="3445" actId="2696"/>
        <pc:sldMkLst>
          <pc:docMk/>
          <pc:sldMk cId="4206859750" sldId="257"/>
        </pc:sldMkLst>
        <pc:spChg chg="add mod ord">
          <ac:chgData name="tamanna mehra" userId="8cc899f416cedc12" providerId="LiveId" clId="{072357A7-4BBA-430F-A462-6DFF77B28EC5}" dt="2026-09-22T10:18:41.011" v="3444" actId="6264"/>
          <ac:spMkLst>
            <pc:docMk/>
            <pc:sldMk cId="4206859750" sldId="257"/>
            <ac:spMk id="2" creationId="{37D85F85-807A-4EF7-45C8-081F0E74242A}"/>
          </ac:spMkLst>
        </pc:spChg>
        <pc:spChg chg="add del mod">
          <ac:chgData name="tamanna mehra" userId="8cc899f416cedc12" providerId="LiveId" clId="{072357A7-4BBA-430F-A462-6DFF77B28EC5}" dt="2026-09-22T08:37:18.493" v="2959" actId="1032"/>
          <ac:spMkLst>
            <pc:docMk/>
            <pc:sldMk cId="4206859750" sldId="257"/>
            <ac:spMk id="3" creationId="{A3331669-E042-A4EA-C9C3-0705ABD62ADD}"/>
          </ac:spMkLst>
        </pc:spChg>
        <pc:spChg chg="add del mod">
          <ac:chgData name="tamanna mehra" userId="8cc899f416cedc12" providerId="LiveId" clId="{072357A7-4BBA-430F-A462-6DFF77B28EC5}" dt="2026-09-22T10:18:41.011" v="3444" actId="6264"/>
          <ac:spMkLst>
            <pc:docMk/>
            <pc:sldMk cId="4206859750" sldId="257"/>
            <ac:spMk id="3" creationId="{A8FCFE9C-CD30-B33B-75D9-1DFB45BADF7B}"/>
          </ac:spMkLst>
        </pc:spChg>
        <pc:spChg chg="add mod">
          <ac:chgData name="tamanna mehra" userId="8cc899f416cedc12" providerId="LiveId" clId="{072357A7-4BBA-430F-A462-6DFF77B28EC5}" dt="2026-09-22T08:41:01.828" v="3043" actId="33987"/>
          <ac:spMkLst>
            <pc:docMk/>
            <pc:sldMk cId="4206859750" sldId="257"/>
            <ac:spMk id="5" creationId="{98452CA7-CF89-7957-446C-335D05AEFB0D}"/>
          </ac:spMkLst>
        </pc:spChg>
        <pc:spChg chg="add del mod">
          <ac:chgData name="tamanna mehra" userId="8cc899f416cedc12" providerId="LiveId" clId="{072357A7-4BBA-430F-A462-6DFF77B28EC5}" dt="2026-09-22T10:18:41.011" v="3444" actId="6264"/>
          <ac:spMkLst>
            <pc:docMk/>
            <pc:sldMk cId="4206859750" sldId="257"/>
            <ac:spMk id="5" creationId="{9EB93B09-9F07-CC2D-E1F6-BC5FE499792E}"/>
          </ac:spMkLst>
        </pc:spChg>
        <pc:spChg chg="add mod">
          <ac:chgData name="tamanna mehra" userId="8cc899f416cedc12" providerId="LiveId" clId="{072357A7-4BBA-430F-A462-6DFF77B28EC5}" dt="2026-09-22T09:18:21.450" v="3316" actId="20577"/>
          <ac:spMkLst>
            <pc:docMk/>
            <pc:sldMk cId="4206859750" sldId="257"/>
            <ac:spMk id="7" creationId="{139D021E-029C-CB32-F99A-A8A81F2F0BBB}"/>
          </ac:spMkLst>
        </pc:spChg>
        <pc:graphicFrameChg chg="add mod ord modGraphic">
          <ac:chgData name="tamanna mehra" userId="8cc899f416cedc12" providerId="LiveId" clId="{072357A7-4BBA-430F-A462-6DFF77B28EC5}" dt="2026-09-22T10:18:41.011" v="3444" actId="6264"/>
          <ac:graphicFrameMkLst>
            <pc:docMk/>
            <pc:sldMk cId="4206859750" sldId="257"/>
            <ac:graphicFrameMk id="4" creationId="{7F0139F1-EA8A-DFA3-5A83-348E64A5ECB4}"/>
          </ac:graphicFrameMkLst>
        </pc:graphicFrameChg>
        <pc:graphicFrameChg chg="add del mod modGraphic">
          <ac:chgData name="tamanna mehra" userId="8cc899f416cedc12" providerId="LiveId" clId="{072357A7-4BBA-430F-A462-6DFF77B28EC5}" dt="2026-09-22T08:47:07.414" v="3091" actId="1032"/>
          <ac:graphicFrameMkLst>
            <pc:docMk/>
            <pc:sldMk cId="4206859750" sldId="257"/>
            <ac:graphicFrameMk id="6" creationId="{0D2FE03B-3FAE-4996-BF04-F5723EC437EA}"/>
          </ac:graphicFrameMkLst>
        </pc:graphicFrameChg>
      </pc:sldChg>
      <pc:sldChg chg="addSp delSp modSp new mod setBg modClrScheme chgLayout">
        <pc:chgData name="tamanna mehra" userId="8cc899f416cedc12" providerId="LiveId" clId="{072357A7-4BBA-430F-A462-6DFF77B28EC5}" dt="2026-09-22T12:59:40.779" v="5108"/>
        <pc:sldMkLst>
          <pc:docMk/>
          <pc:sldMk cId="3657684646" sldId="258"/>
        </pc:sldMkLst>
        <pc:spChg chg="add del mod">
          <ac:chgData name="tamanna mehra" userId="8cc899f416cedc12" providerId="LiveId" clId="{072357A7-4BBA-430F-A462-6DFF77B28EC5}" dt="2026-09-22T12:59:40.779" v="5108"/>
          <ac:spMkLst>
            <pc:docMk/>
            <pc:sldMk cId="3657684646" sldId="258"/>
            <ac:spMk id="2" creationId="{506E9208-F18D-6165-F6A4-5604CEBA78EC}"/>
          </ac:spMkLst>
        </pc:spChg>
        <pc:spChg chg="add del mod">
          <ac:chgData name="tamanna mehra" userId="8cc899f416cedc12" providerId="LiveId" clId="{072357A7-4BBA-430F-A462-6DFF77B28EC5}" dt="2026-09-22T10:23:19.483" v="3463" actId="700"/>
          <ac:spMkLst>
            <pc:docMk/>
            <pc:sldMk cId="3657684646" sldId="258"/>
            <ac:spMk id="3" creationId="{41731074-C5C1-1D82-69BA-0E54BE7741CB}"/>
          </ac:spMkLst>
        </pc:spChg>
        <pc:spChg chg="add del mod ord">
          <ac:chgData name="tamanna mehra" userId="8cc899f416cedc12" providerId="LiveId" clId="{072357A7-4BBA-430F-A462-6DFF77B28EC5}" dt="2026-09-22T10:22:31.869" v="3461" actId="21"/>
          <ac:spMkLst>
            <pc:docMk/>
            <pc:sldMk cId="3657684646" sldId="258"/>
            <ac:spMk id="4" creationId="{D291084E-0A53-5808-AB59-783262312CDA}"/>
          </ac:spMkLst>
        </pc:spChg>
        <pc:spChg chg="add del mod ord">
          <ac:chgData name="tamanna mehra" userId="8cc899f416cedc12" providerId="LiveId" clId="{072357A7-4BBA-430F-A462-6DFF77B28EC5}" dt="2026-09-22T10:23:19.483" v="3463" actId="700"/>
          <ac:spMkLst>
            <pc:docMk/>
            <pc:sldMk cId="3657684646" sldId="258"/>
            <ac:spMk id="5" creationId="{455B2D38-7CAC-98C1-F59D-6FA7D3C3187C}"/>
          </ac:spMkLst>
        </pc:spChg>
        <pc:spChg chg="add mod">
          <ac:chgData name="tamanna mehra" userId="8cc899f416cedc12" providerId="LiveId" clId="{072357A7-4BBA-430F-A462-6DFF77B28EC5}" dt="2026-09-22T10:23:46.086" v="3471" actId="767"/>
          <ac:spMkLst>
            <pc:docMk/>
            <pc:sldMk cId="3657684646" sldId="258"/>
            <ac:spMk id="6" creationId="{2A5B8955-DD27-0AC1-76FA-88521956249C}"/>
          </ac:spMkLst>
        </pc:spChg>
        <pc:spChg chg="add mod">
          <ac:chgData name="tamanna mehra" userId="8cc899f416cedc12" providerId="LiveId" clId="{072357A7-4BBA-430F-A462-6DFF77B28EC5}" dt="2026-09-22T10:25:37.856" v="3563" actId="20577"/>
          <ac:spMkLst>
            <pc:docMk/>
            <pc:sldMk cId="3657684646" sldId="258"/>
            <ac:spMk id="7" creationId="{9D08EE31-DF71-C664-F25F-0554185D9757}"/>
          </ac:spMkLst>
        </pc:spChg>
        <pc:spChg chg="add mod">
          <ac:chgData name="tamanna mehra" userId="8cc899f416cedc12" providerId="LiveId" clId="{072357A7-4BBA-430F-A462-6DFF77B28EC5}" dt="2026-09-22T10:53:10.504" v="4194" actId="14100"/>
          <ac:spMkLst>
            <pc:docMk/>
            <pc:sldMk cId="3657684646" sldId="258"/>
            <ac:spMk id="9" creationId="{D6304C21-49F2-7499-A1C2-CF7C80343D72}"/>
          </ac:spMkLst>
        </pc:spChg>
        <pc:spChg chg="add mod">
          <ac:chgData name="tamanna mehra" userId="8cc899f416cedc12" providerId="LiveId" clId="{072357A7-4BBA-430F-A462-6DFF77B28EC5}" dt="2026-09-22T10:59:10.588" v="4473" actId="20577"/>
          <ac:spMkLst>
            <pc:docMk/>
            <pc:sldMk cId="3657684646" sldId="258"/>
            <ac:spMk id="10" creationId="{90839595-9FBA-FD21-6C69-FB3A83F4CC47}"/>
          </ac:spMkLst>
        </pc:spChg>
        <pc:spChg chg="add mod">
          <ac:chgData name="tamanna mehra" userId="8cc899f416cedc12" providerId="LiveId" clId="{072357A7-4BBA-430F-A462-6DFF77B28EC5}" dt="2026-09-22T10:56:18.846" v="4335" actId="20577"/>
          <ac:spMkLst>
            <pc:docMk/>
            <pc:sldMk cId="3657684646" sldId="258"/>
            <ac:spMk id="11" creationId="{4000EB2E-6D4A-1DF3-4675-3B06EF84B9A0}"/>
          </ac:spMkLst>
        </pc:spChg>
        <pc:spChg chg="add mod">
          <ac:chgData name="tamanna mehra" userId="8cc899f416cedc12" providerId="LiveId" clId="{072357A7-4BBA-430F-A462-6DFF77B28EC5}" dt="2026-09-22T10:52:57.065" v="4193" actId="14100"/>
          <ac:spMkLst>
            <pc:docMk/>
            <pc:sldMk cId="3657684646" sldId="258"/>
            <ac:spMk id="12" creationId="{5BC37283-5A64-414A-D96B-2AE2D19502E2}"/>
          </ac:spMkLst>
        </pc:spChg>
        <pc:spChg chg="add mod">
          <ac:chgData name="tamanna mehra" userId="8cc899f416cedc12" providerId="LiveId" clId="{072357A7-4BBA-430F-A462-6DFF77B28EC5}" dt="2026-09-22T11:02:15.085" v="4577" actId="20577"/>
          <ac:spMkLst>
            <pc:docMk/>
            <pc:sldMk cId="3657684646" sldId="258"/>
            <ac:spMk id="13" creationId="{1A4CDD64-4F81-2C2C-7FA0-D7F013722FAA}"/>
          </ac:spMkLst>
        </pc:spChg>
        <pc:spChg chg="add del mod">
          <ac:chgData name="tamanna mehra" userId="8cc899f416cedc12" providerId="LiveId" clId="{072357A7-4BBA-430F-A462-6DFF77B28EC5}" dt="2026-09-22T11:04:52.528" v="4643"/>
          <ac:spMkLst>
            <pc:docMk/>
            <pc:sldMk cId="3657684646" sldId="258"/>
            <ac:spMk id="26" creationId="{41A82194-0141-FF00-8946-1380D7C90C15}"/>
          </ac:spMkLst>
        </pc:spChg>
        <pc:graphicFrameChg chg="add del modGraphic">
          <ac:chgData name="tamanna mehra" userId="8cc899f416cedc12" providerId="LiveId" clId="{072357A7-4BBA-430F-A462-6DFF77B28EC5}" dt="2026-09-22T10:26:16.750" v="3565" actId="1032"/>
          <ac:graphicFrameMkLst>
            <pc:docMk/>
            <pc:sldMk cId="3657684646" sldId="258"/>
            <ac:graphicFrameMk id="8" creationId="{D82D59B9-FDFF-75E5-2CE6-B28D5AA5973F}"/>
          </ac:graphicFrameMkLst>
        </pc:graphicFrameChg>
        <pc:picChg chg="add mod">
          <ac:chgData name="tamanna mehra" userId="8cc899f416cedc12" providerId="LiveId" clId="{072357A7-4BBA-430F-A462-6DFF77B28EC5}" dt="2026-09-22T10:45:13.518" v="3816" actId="1076"/>
          <ac:picMkLst>
            <pc:docMk/>
            <pc:sldMk cId="3657684646" sldId="258"/>
            <ac:picMk id="15" creationId="{BC07D9C2-0451-FC97-B048-5DDDF9C76BCA}"/>
          </ac:picMkLst>
        </pc:picChg>
        <pc:picChg chg="add mod">
          <ac:chgData name="tamanna mehra" userId="8cc899f416cedc12" providerId="LiveId" clId="{072357A7-4BBA-430F-A462-6DFF77B28EC5}" dt="2026-09-22T10:51:27.209" v="4093" actId="1076"/>
          <ac:picMkLst>
            <pc:docMk/>
            <pc:sldMk cId="3657684646" sldId="258"/>
            <ac:picMk id="17" creationId="{FA7EAADF-537B-6573-26CA-712FBD4114E1}"/>
          </ac:picMkLst>
        </pc:picChg>
        <pc:picChg chg="add mod">
          <ac:chgData name="tamanna mehra" userId="8cc899f416cedc12" providerId="LiveId" clId="{072357A7-4BBA-430F-A462-6DFF77B28EC5}" dt="2026-09-22T10:54:50.321" v="4235" actId="14100"/>
          <ac:picMkLst>
            <pc:docMk/>
            <pc:sldMk cId="3657684646" sldId="258"/>
            <ac:picMk id="19" creationId="{7C4ADA6B-A79E-A372-796E-72BB58AC39EC}"/>
          </ac:picMkLst>
        </pc:picChg>
        <pc:picChg chg="add mod">
          <ac:chgData name="tamanna mehra" userId="8cc899f416cedc12" providerId="LiveId" clId="{072357A7-4BBA-430F-A462-6DFF77B28EC5}" dt="2026-09-22T10:57:18.540" v="4340" actId="1076"/>
          <ac:picMkLst>
            <pc:docMk/>
            <pc:sldMk cId="3657684646" sldId="258"/>
            <ac:picMk id="21" creationId="{507E345F-D2B4-463E-9C56-09971BD960C8}"/>
          </ac:picMkLst>
        </pc:picChg>
        <pc:picChg chg="add mod">
          <ac:chgData name="tamanna mehra" userId="8cc899f416cedc12" providerId="LiveId" clId="{072357A7-4BBA-430F-A462-6DFF77B28EC5}" dt="2026-09-22T11:00:42.488" v="4485" actId="1076"/>
          <ac:picMkLst>
            <pc:docMk/>
            <pc:sldMk cId="3657684646" sldId="258"/>
            <ac:picMk id="23" creationId="{FBF3203A-F178-EC59-FFC2-8CFEA5B85B67}"/>
          </ac:picMkLst>
        </pc:picChg>
        <pc:picChg chg="add mod">
          <ac:chgData name="tamanna mehra" userId="8cc899f416cedc12" providerId="LiveId" clId="{072357A7-4BBA-430F-A462-6DFF77B28EC5}" dt="2026-09-22T11:04:57.415" v="4644" actId="1076"/>
          <ac:picMkLst>
            <pc:docMk/>
            <pc:sldMk cId="3657684646" sldId="258"/>
            <ac:picMk id="25" creationId="{06BF00FF-B2A4-C9C7-4515-C4DB9DA96AAE}"/>
          </ac:picMkLst>
        </pc:picChg>
      </pc:sldChg>
      <pc:sldChg chg="addSp modSp new del mod setBg modClrScheme chgLayout">
        <pc:chgData name="tamanna mehra" userId="8cc899f416cedc12" providerId="LiveId" clId="{072357A7-4BBA-430F-A462-6DFF77B28EC5}" dt="2026-09-22T11:07:18.482" v="4646" actId="2696"/>
        <pc:sldMkLst>
          <pc:docMk/>
          <pc:sldMk cId="1389557464" sldId="259"/>
        </pc:sldMkLst>
        <pc:spChg chg="mod ord">
          <ac:chgData name="tamanna mehra" userId="8cc899f416cedc12" providerId="LiveId" clId="{072357A7-4BBA-430F-A462-6DFF77B28EC5}" dt="2026-09-22T11:07:14.019" v="4645" actId="700"/>
          <ac:spMkLst>
            <pc:docMk/>
            <pc:sldMk cId="1389557464" sldId="259"/>
            <ac:spMk id="2" creationId="{D6C054B6-6848-472C-5A24-22CA14081504}"/>
          </ac:spMkLst>
        </pc:spChg>
        <pc:spChg chg="mod ord">
          <ac:chgData name="tamanna mehra" userId="8cc899f416cedc12" providerId="LiveId" clId="{072357A7-4BBA-430F-A462-6DFF77B28EC5}" dt="2026-09-22T11:07:14.019" v="4645" actId="700"/>
          <ac:spMkLst>
            <pc:docMk/>
            <pc:sldMk cId="1389557464" sldId="259"/>
            <ac:spMk id="3" creationId="{8FC78709-C166-1DD3-4DE4-6F34AB334710}"/>
          </ac:spMkLst>
        </pc:spChg>
      </pc:sldChg>
      <pc:sldChg chg="modSp new del mod setBg">
        <pc:chgData name="tamanna mehra" userId="8cc899f416cedc12" providerId="LiveId" clId="{072357A7-4BBA-430F-A462-6DFF77B28EC5}" dt="2026-09-22T11:07:24.768" v="4648" actId="2696"/>
        <pc:sldMkLst>
          <pc:docMk/>
          <pc:sldMk cId="1002773986" sldId="260"/>
        </pc:sldMkLst>
      </pc:sldChg>
      <pc:sldChg chg="addSp delSp modSp new mod setBg modClrScheme chgLayout">
        <pc:chgData name="tamanna mehra" userId="8cc899f416cedc12" providerId="LiveId" clId="{072357A7-4BBA-430F-A462-6DFF77B28EC5}" dt="2026-09-22T15:13:23.608" v="7787"/>
        <pc:sldMkLst>
          <pc:docMk/>
          <pc:sldMk cId="2713721540" sldId="261"/>
        </pc:sldMkLst>
        <pc:spChg chg="add mod">
          <ac:chgData name="tamanna mehra" userId="8cc899f416cedc12" providerId="LiveId" clId="{072357A7-4BBA-430F-A462-6DFF77B28EC5}" dt="2026-09-22T14:18:56.906" v="6791" actId="1076"/>
          <ac:spMkLst>
            <pc:docMk/>
            <pc:sldMk cId="2713721540" sldId="261"/>
            <ac:spMk id="2" creationId="{A2D88900-1988-7929-5937-4ABDFB57DF44}"/>
          </ac:spMkLst>
        </pc:spChg>
        <pc:spChg chg="add mod">
          <ac:chgData name="tamanna mehra" userId="8cc899f416cedc12" providerId="LiveId" clId="{072357A7-4BBA-430F-A462-6DFF77B28EC5}" dt="2026-09-22T14:13:09.669" v="6611" actId="20577"/>
          <ac:spMkLst>
            <pc:docMk/>
            <pc:sldMk cId="2713721540" sldId="261"/>
            <ac:spMk id="3" creationId="{EED2564F-816D-C66E-3B62-216899B1713F}"/>
          </ac:spMkLst>
        </pc:spChg>
        <pc:spChg chg="add mod">
          <ac:chgData name="tamanna mehra" userId="8cc899f416cedc12" providerId="LiveId" clId="{072357A7-4BBA-430F-A462-6DFF77B28EC5}" dt="2026-09-22T14:13:53.821" v="6633" actId="1076"/>
          <ac:spMkLst>
            <pc:docMk/>
            <pc:sldMk cId="2713721540" sldId="261"/>
            <ac:spMk id="4" creationId="{D5EC1125-70D9-66B9-5D9C-200EB4D2690D}"/>
          </ac:spMkLst>
        </pc:spChg>
        <pc:spChg chg="add mod">
          <ac:chgData name="tamanna mehra" userId="8cc899f416cedc12" providerId="LiveId" clId="{072357A7-4BBA-430F-A462-6DFF77B28EC5}" dt="2026-09-22T14:16:11.554" v="6690" actId="207"/>
          <ac:spMkLst>
            <pc:docMk/>
            <pc:sldMk cId="2713721540" sldId="261"/>
            <ac:spMk id="5" creationId="{BC889069-ACE6-F597-1A75-D65256654039}"/>
          </ac:spMkLst>
        </pc:spChg>
        <pc:spChg chg="add del mod">
          <ac:chgData name="tamanna mehra" userId="8cc899f416cedc12" providerId="LiveId" clId="{072357A7-4BBA-430F-A462-6DFF77B28EC5}" dt="2026-09-22T14:15:29.507" v="6676" actId="21"/>
          <ac:spMkLst>
            <pc:docMk/>
            <pc:sldMk cId="2713721540" sldId="261"/>
            <ac:spMk id="6" creationId="{463D775C-C305-84AA-2FAF-D6311B42A32A}"/>
          </ac:spMkLst>
        </pc:spChg>
        <pc:spChg chg="add mod">
          <ac:chgData name="tamanna mehra" userId="8cc899f416cedc12" providerId="LiveId" clId="{072357A7-4BBA-430F-A462-6DFF77B28EC5}" dt="2026-09-22T14:15:23.953" v="6675"/>
          <ac:spMkLst>
            <pc:docMk/>
            <pc:sldMk cId="2713721540" sldId="261"/>
            <ac:spMk id="7" creationId="{62CC3A69-1A99-A9A1-812C-2A7A8D7BD4B8}"/>
          </ac:spMkLst>
        </pc:spChg>
        <pc:spChg chg="add del mod">
          <ac:chgData name="tamanna mehra" userId="8cc899f416cedc12" providerId="LiveId" clId="{072357A7-4BBA-430F-A462-6DFF77B28EC5}" dt="2026-09-22T14:08:06.015" v="6505"/>
          <ac:spMkLst>
            <pc:docMk/>
            <pc:sldMk cId="2713721540" sldId="261"/>
            <ac:spMk id="8" creationId="{41FB5683-4251-B41E-CF24-DC21B2AABCAD}"/>
          </ac:spMkLst>
        </pc:spChg>
        <pc:spChg chg="add mod">
          <ac:chgData name="tamanna mehra" userId="8cc899f416cedc12" providerId="LiveId" clId="{072357A7-4BBA-430F-A462-6DFF77B28EC5}" dt="2026-09-22T14:15:23.636" v="6674"/>
          <ac:spMkLst>
            <pc:docMk/>
            <pc:sldMk cId="2713721540" sldId="261"/>
            <ac:spMk id="9" creationId="{2C0553A0-F96A-FCA6-E016-DDCFB5AB80DB}"/>
          </ac:spMkLst>
        </pc:spChg>
        <pc:spChg chg="add mod">
          <ac:chgData name="tamanna mehra" userId="8cc899f416cedc12" providerId="LiveId" clId="{072357A7-4BBA-430F-A462-6DFF77B28EC5}" dt="2026-09-22T14:15:23.322" v="6673"/>
          <ac:spMkLst>
            <pc:docMk/>
            <pc:sldMk cId="2713721540" sldId="261"/>
            <ac:spMk id="10" creationId="{5DBD5C5C-A13A-76E5-CE0C-28992E7CC352}"/>
          </ac:spMkLst>
        </pc:spChg>
        <pc:spChg chg="add mod">
          <ac:chgData name="tamanna mehra" userId="8cc899f416cedc12" providerId="LiveId" clId="{072357A7-4BBA-430F-A462-6DFF77B28EC5}" dt="2026-09-22T14:15:22.503" v="6672"/>
          <ac:spMkLst>
            <pc:docMk/>
            <pc:sldMk cId="2713721540" sldId="261"/>
            <ac:spMk id="11" creationId="{F4A1BF8E-EDBA-0514-28B7-D15C2A65DE1F}"/>
          </ac:spMkLst>
        </pc:spChg>
        <pc:spChg chg="add mod">
          <ac:chgData name="tamanna mehra" userId="8cc899f416cedc12" providerId="LiveId" clId="{072357A7-4BBA-430F-A462-6DFF77B28EC5}" dt="2026-09-22T14:15:22.469" v="6671"/>
          <ac:spMkLst>
            <pc:docMk/>
            <pc:sldMk cId="2713721540" sldId="261"/>
            <ac:spMk id="12" creationId="{D323A0D8-6C1F-5CC4-3272-F3773E643588}"/>
          </ac:spMkLst>
        </pc:spChg>
        <pc:spChg chg="add mod">
          <ac:chgData name="tamanna mehra" userId="8cc899f416cedc12" providerId="LiveId" clId="{072357A7-4BBA-430F-A462-6DFF77B28EC5}" dt="2026-09-22T14:16:16.488" v="6691" actId="207"/>
          <ac:spMkLst>
            <pc:docMk/>
            <pc:sldMk cId="2713721540" sldId="261"/>
            <ac:spMk id="13" creationId="{350306AE-443E-5889-91FC-BC162F485E5A}"/>
          </ac:spMkLst>
        </pc:spChg>
        <pc:spChg chg="add mod">
          <ac:chgData name="tamanna mehra" userId="8cc899f416cedc12" providerId="LiveId" clId="{072357A7-4BBA-430F-A462-6DFF77B28EC5}" dt="2026-09-22T14:16:21.489" v="6692" actId="207"/>
          <ac:spMkLst>
            <pc:docMk/>
            <pc:sldMk cId="2713721540" sldId="261"/>
            <ac:spMk id="14" creationId="{DBE85EF4-22B0-94A7-D493-027AB035F7C2}"/>
          </ac:spMkLst>
        </pc:spChg>
        <pc:spChg chg="add mod">
          <ac:chgData name="tamanna mehra" userId="8cc899f416cedc12" providerId="LiveId" clId="{072357A7-4BBA-430F-A462-6DFF77B28EC5}" dt="2026-09-22T14:16:25.083" v="6693" actId="207"/>
          <ac:spMkLst>
            <pc:docMk/>
            <pc:sldMk cId="2713721540" sldId="261"/>
            <ac:spMk id="15" creationId="{BD9CA3C1-ED27-52A1-6F40-93DA121048C9}"/>
          </ac:spMkLst>
        </pc:spChg>
        <pc:spChg chg="add mod">
          <ac:chgData name="tamanna mehra" userId="8cc899f416cedc12" providerId="LiveId" clId="{072357A7-4BBA-430F-A462-6DFF77B28EC5}" dt="2026-09-22T14:16:27.769" v="6694" actId="207"/>
          <ac:spMkLst>
            <pc:docMk/>
            <pc:sldMk cId="2713721540" sldId="261"/>
            <ac:spMk id="16" creationId="{797D0A22-FFE5-D0AF-4853-716476693301}"/>
          </ac:spMkLst>
        </pc:spChg>
        <pc:spChg chg="add mod">
          <ac:chgData name="tamanna mehra" userId="8cc899f416cedc12" providerId="LiveId" clId="{072357A7-4BBA-430F-A462-6DFF77B28EC5}" dt="2026-09-22T14:16:33.545" v="6695" actId="207"/>
          <ac:spMkLst>
            <pc:docMk/>
            <pc:sldMk cId="2713721540" sldId="261"/>
            <ac:spMk id="17" creationId="{D6E962D3-1236-1D40-7377-A04907E7E943}"/>
          </ac:spMkLst>
        </pc:spChg>
        <pc:spChg chg="add mod">
          <ac:chgData name="tamanna mehra" userId="8cc899f416cedc12" providerId="LiveId" clId="{072357A7-4BBA-430F-A462-6DFF77B28EC5}" dt="2026-09-22T14:16:36.491" v="6696" actId="207"/>
          <ac:spMkLst>
            <pc:docMk/>
            <pc:sldMk cId="2713721540" sldId="261"/>
            <ac:spMk id="18" creationId="{92868A9E-21F8-BA72-ADE5-27E343918764}"/>
          </ac:spMkLst>
        </pc:spChg>
        <pc:spChg chg="add del mod">
          <ac:chgData name="tamanna mehra" userId="8cc899f416cedc12" providerId="LiveId" clId="{072357A7-4BBA-430F-A462-6DFF77B28EC5}" dt="2026-09-22T14:18:03.904" v="6765"/>
          <ac:spMkLst>
            <pc:docMk/>
            <pc:sldMk cId="2713721540" sldId="261"/>
            <ac:spMk id="21" creationId="{525C593C-3C9F-06D8-F840-E5A11F215D7B}"/>
          </ac:spMkLst>
        </pc:spChg>
        <pc:spChg chg="add mod">
          <ac:chgData name="tamanna mehra" userId="8cc899f416cedc12" providerId="LiveId" clId="{072357A7-4BBA-430F-A462-6DFF77B28EC5}" dt="2026-09-22T14:18:51.024" v="6789" actId="113"/>
          <ac:spMkLst>
            <pc:docMk/>
            <pc:sldMk cId="2713721540" sldId="261"/>
            <ac:spMk id="22" creationId="{BBE667A2-461B-4A79-DAA4-D5B0995BFA9C}"/>
          </ac:spMkLst>
        </pc:spChg>
        <pc:spChg chg="add del mod">
          <ac:chgData name="tamanna mehra" userId="8cc899f416cedc12" providerId="LiveId" clId="{072357A7-4BBA-430F-A462-6DFF77B28EC5}" dt="2026-09-22T14:19:12.913" v="6794"/>
          <ac:spMkLst>
            <pc:docMk/>
            <pc:sldMk cId="2713721540" sldId="261"/>
            <ac:spMk id="23" creationId="{E2101F2E-C54D-B230-54ED-05EF8E04562E}"/>
          </ac:spMkLst>
        </pc:spChg>
        <pc:spChg chg="add mod">
          <ac:chgData name="tamanna mehra" userId="8cc899f416cedc12" providerId="LiveId" clId="{072357A7-4BBA-430F-A462-6DFF77B28EC5}" dt="2026-09-22T14:29:46.083" v="7013" actId="1076"/>
          <ac:spMkLst>
            <pc:docMk/>
            <pc:sldMk cId="2713721540" sldId="261"/>
            <ac:spMk id="24" creationId="{453A6D5D-3972-432F-F983-CB27232BBDA2}"/>
          </ac:spMkLst>
        </pc:spChg>
        <pc:spChg chg="add mod">
          <ac:chgData name="tamanna mehra" userId="8cc899f416cedc12" providerId="LiveId" clId="{072357A7-4BBA-430F-A462-6DFF77B28EC5}" dt="2026-09-22T14:55:13.388" v="7671" actId="255"/>
          <ac:spMkLst>
            <pc:docMk/>
            <pc:sldMk cId="2713721540" sldId="261"/>
            <ac:spMk id="25" creationId="{FAD0CC43-9C62-D707-AB2B-B1C7CA26B089}"/>
          </ac:spMkLst>
        </pc:spChg>
        <pc:spChg chg="add del mod">
          <ac:chgData name="tamanna mehra" userId="8cc899f416cedc12" providerId="LiveId" clId="{072357A7-4BBA-430F-A462-6DFF77B28EC5}" dt="2026-09-22T14:27:31.042" v="6941"/>
          <ac:spMkLst>
            <pc:docMk/>
            <pc:sldMk cId="2713721540" sldId="261"/>
            <ac:spMk id="33" creationId="{897BCA27-3435-1A9F-E53A-95E120A66378}"/>
          </ac:spMkLst>
        </pc:spChg>
        <pc:spChg chg="add mod">
          <ac:chgData name="tamanna mehra" userId="8cc899f416cedc12" providerId="LiveId" clId="{072357A7-4BBA-430F-A462-6DFF77B28EC5}" dt="2026-09-22T14:30:13.806" v="7015" actId="1076"/>
          <ac:spMkLst>
            <pc:docMk/>
            <pc:sldMk cId="2713721540" sldId="261"/>
            <ac:spMk id="35" creationId="{3C736B1B-6406-11B0-E5D2-05E38E2C2A77}"/>
          </ac:spMkLst>
        </pc:spChg>
        <pc:spChg chg="add mod">
          <ac:chgData name="tamanna mehra" userId="8cc899f416cedc12" providerId="LiveId" clId="{072357A7-4BBA-430F-A462-6DFF77B28EC5}" dt="2026-09-22T14:30:52.628" v="7038" actId="1076"/>
          <ac:spMkLst>
            <pc:docMk/>
            <pc:sldMk cId="2713721540" sldId="261"/>
            <ac:spMk id="36" creationId="{2B143C79-A066-A896-C66B-6C4C559FAC5E}"/>
          </ac:spMkLst>
        </pc:spChg>
        <pc:spChg chg="add mod">
          <ac:chgData name="tamanna mehra" userId="8cc899f416cedc12" providerId="LiveId" clId="{072357A7-4BBA-430F-A462-6DFF77B28EC5}" dt="2026-09-22T14:55:06.806" v="7670" actId="255"/>
          <ac:spMkLst>
            <pc:docMk/>
            <pc:sldMk cId="2713721540" sldId="261"/>
            <ac:spMk id="37" creationId="{4B2B5E65-84A2-0EE1-E619-86251539CBF6}"/>
          </ac:spMkLst>
        </pc:spChg>
        <pc:spChg chg="add mod">
          <ac:chgData name="tamanna mehra" userId="8cc899f416cedc12" providerId="LiveId" clId="{072357A7-4BBA-430F-A462-6DFF77B28EC5}" dt="2026-09-22T14:37:25.319" v="7249" actId="1076"/>
          <ac:spMkLst>
            <pc:docMk/>
            <pc:sldMk cId="2713721540" sldId="261"/>
            <ac:spMk id="38" creationId="{A0F89594-F964-DDE1-DB3A-8FF31118CE69}"/>
          </ac:spMkLst>
        </pc:spChg>
        <pc:spChg chg="add mod">
          <ac:chgData name="tamanna mehra" userId="8cc899f416cedc12" providerId="LiveId" clId="{072357A7-4BBA-430F-A462-6DFF77B28EC5}" dt="2026-09-22T14:37:35.137" v="7251" actId="1076"/>
          <ac:spMkLst>
            <pc:docMk/>
            <pc:sldMk cId="2713721540" sldId="261"/>
            <ac:spMk id="39" creationId="{CCE82EF8-AC0B-85F6-3848-05441CA5E5D6}"/>
          </ac:spMkLst>
        </pc:spChg>
        <pc:spChg chg="add mod">
          <ac:chgData name="tamanna mehra" userId="8cc899f416cedc12" providerId="LiveId" clId="{072357A7-4BBA-430F-A462-6DFF77B28EC5}" dt="2026-09-22T14:37:56.819" v="7255" actId="1076"/>
          <ac:spMkLst>
            <pc:docMk/>
            <pc:sldMk cId="2713721540" sldId="261"/>
            <ac:spMk id="40" creationId="{0852D675-9647-AD3A-4071-8D8AC95B0909}"/>
          </ac:spMkLst>
        </pc:spChg>
        <pc:spChg chg="add mod">
          <ac:chgData name="tamanna mehra" userId="8cc899f416cedc12" providerId="LiveId" clId="{072357A7-4BBA-430F-A462-6DFF77B28EC5}" dt="2026-09-22T14:38:34.638" v="7262" actId="1076"/>
          <ac:spMkLst>
            <pc:docMk/>
            <pc:sldMk cId="2713721540" sldId="261"/>
            <ac:spMk id="41" creationId="{16A4F4BA-1053-390C-8693-632B675F91B3}"/>
          </ac:spMkLst>
        </pc:spChg>
        <pc:spChg chg="add mod">
          <ac:chgData name="tamanna mehra" userId="8cc899f416cedc12" providerId="LiveId" clId="{072357A7-4BBA-430F-A462-6DFF77B28EC5}" dt="2026-09-22T14:39:03.848" v="7268" actId="1076"/>
          <ac:spMkLst>
            <pc:docMk/>
            <pc:sldMk cId="2713721540" sldId="261"/>
            <ac:spMk id="42" creationId="{C3E90CE1-6B37-7D32-3BAD-ACED4DF456BE}"/>
          </ac:spMkLst>
        </pc:spChg>
        <pc:spChg chg="add mod">
          <ac:chgData name="tamanna mehra" userId="8cc899f416cedc12" providerId="LiveId" clId="{072357A7-4BBA-430F-A462-6DFF77B28EC5}" dt="2026-09-22T14:41:35.565" v="7363" actId="1076"/>
          <ac:spMkLst>
            <pc:docMk/>
            <pc:sldMk cId="2713721540" sldId="261"/>
            <ac:spMk id="43" creationId="{784B9C20-AF3A-1C35-C555-D1FC8D63E943}"/>
          </ac:spMkLst>
        </pc:spChg>
        <pc:spChg chg="add mod">
          <ac:chgData name="tamanna mehra" userId="8cc899f416cedc12" providerId="LiveId" clId="{072357A7-4BBA-430F-A462-6DFF77B28EC5}" dt="2026-09-22T14:42:08.030" v="7367" actId="1076"/>
          <ac:spMkLst>
            <pc:docMk/>
            <pc:sldMk cId="2713721540" sldId="261"/>
            <ac:spMk id="44" creationId="{2A38A9DA-6CBE-AD45-FD38-2C1366ED3810}"/>
          </ac:spMkLst>
        </pc:spChg>
        <pc:spChg chg="add mod">
          <ac:chgData name="tamanna mehra" userId="8cc899f416cedc12" providerId="LiveId" clId="{072357A7-4BBA-430F-A462-6DFF77B28EC5}" dt="2026-09-22T14:42:40.850" v="7371" actId="1076"/>
          <ac:spMkLst>
            <pc:docMk/>
            <pc:sldMk cId="2713721540" sldId="261"/>
            <ac:spMk id="45" creationId="{F45A445E-D537-B87D-F5CD-7DAC58EC0962}"/>
          </ac:spMkLst>
        </pc:spChg>
        <pc:spChg chg="add mod">
          <ac:chgData name="tamanna mehra" userId="8cc899f416cedc12" providerId="LiveId" clId="{072357A7-4BBA-430F-A462-6DFF77B28EC5}" dt="2026-09-22T14:43:56.024" v="7377" actId="1076"/>
          <ac:spMkLst>
            <pc:docMk/>
            <pc:sldMk cId="2713721540" sldId="261"/>
            <ac:spMk id="46" creationId="{AB1206F2-D5E3-4AAD-E5EC-F4B6CC3CE8B7}"/>
          </ac:spMkLst>
        </pc:spChg>
        <pc:spChg chg="add mod">
          <ac:chgData name="tamanna mehra" userId="8cc899f416cedc12" providerId="LiveId" clId="{072357A7-4BBA-430F-A462-6DFF77B28EC5}" dt="2026-09-22T14:44:18.517" v="7381" actId="1076"/>
          <ac:spMkLst>
            <pc:docMk/>
            <pc:sldMk cId="2713721540" sldId="261"/>
            <ac:spMk id="47" creationId="{4B60F32C-7686-8F32-2912-C186ED3E5218}"/>
          </ac:spMkLst>
        </pc:spChg>
        <pc:spChg chg="add mod">
          <ac:chgData name="tamanna mehra" userId="8cc899f416cedc12" providerId="LiveId" clId="{072357A7-4BBA-430F-A462-6DFF77B28EC5}" dt="2026-09-22T14:48:49.047" v="7503" actId="1076"/>
          <ac:spMkLst>
            <pc:docMk/>
            <pc:sldMk cId="2713721540" sldId="261"/>
            <ac:spMk id="48" creationId="{2E8857E2-4084-5214-A824-2D29C25D01F8}"/>
          </ac:spMkLst>
        </pc:spChg>
        <pc:spChg chg="add mod">
          <ac:chgData name="tamanna mehra" userId="8cc899f416cedc12" providerId="LiveId" clId="{072357A7-4BBA-430F-A462-6DFF77B28EC5}" dt="2026-09-22T14:55:24.981" v="7673" actId="1076"/>
          <ac:spMkLst>
            <pc:docMk/>
            <pc:sldMk cId="2713721540" sldId="261"/>
            <ac:spMk id="49" creationId="{6C3D96A7-D804-6A23-6F49-E7D8E7287448}"/>
          </ac:spMkLst>
        </pc:spChg>
        <pc:spChg chg="add mod">
          <ac:chgData name="tamanna mehra" userId="8cc899f416cedc12" providerId="LiveId" clId="{072357A7-4BBA-430F-A462-6DFF77B28EC5}" dt="2026-09-22T14:53:16.997" v="7613" actId="122"/>
          <ac:spMkLst>
            <pc:docMk/>
            <pc:sldMk cId="2713721540" sldId="261"/>
            <ac:spMk id="50" creationId="{AB03B0AF-255F-01A2-25BF-993FA1FC0ACD}"/>
          </ac:spMkLst>
        </pc:spChg>
        <pc:spChg chg="add mod">
          <ac:chgData name="tamanna mehra" userId="8cc899f416cedc12" providerId="LiveId" clId="{072357A7-4BBA-430F-A462-6DFF77B28EC5}" dt="2026-09-22T14:54:57.447" v="7669" actId="1076"/>
          <ac:spMkLst>
            <pc:docMk/>
            <pc:sldMk cId="2713721540" sldId="261"/>
            <ac:spMk id="51" creationId="{1AEAB535-73A9-C405-1462-10F628BFA144}"/>
          </ac:spMkLst>
        </pc:spChg>
        <pc:spChg chg="add mod">
          <ac:chgData name="tamanna mehra" userId="8cc899f416cedc12" providerId="LiveId" clId="{072357A7-4BBA-430F-A462-6DFF77B28EC5}" dt="2026-09-22T14:56:51.327" v="7693" actId="1076"/>
          <ac:spMkLst>
            <pc:docMk/>
            <pc:sldMk cId="2713721540" sldId="261"/>
            <ac:spMk id="52" creationId="{6392D73E-39EE-E8C2-11F2-982E03F78C94}"/>
          </ac:spMkLst>
        </pc:spChg>
        <pc:spChg chg="add del mod">
          <ac:chgData name="tamanna mehra" userId="8cc899f416cedc12" providerId="LiveId" clId="{072357A7-4BBA-430F-A462-6DFF77B28EC5}" dt="2026-09-22T14:59:35.479" v="7712"/>
          <ac:spMkLst>
            <pc:docMk/>
            <pc:sldMk cId="2713721540" sldId="261"/>
            <ac:spMk id="53" creationId="{684203D1-9F4A-6153-110D-9B0548626DC6}"/>
          </ac:spMkLst>
        </pc:spChg>
        <pc:spChg chg="add del mod">
          <ac:chgData name="tamanna mehra" userId="8cc899f416cedc12" providerId="LiveId" clId="{072357A7-4BBA-430F-A462-6DFF77B28EC5}" dt="2026-09-22T15:02:54.445" v="7742"/>
          <ac:spMkLst>
            <pc:docMk/>
            <pc:sldMk cId="2713721540" sldId="261"/>
            <ac:spMk id="55" creationId="{C4FD6929-499A-E32F-A0BA-F44808D89682}"/>
          </ac:spMkLst>
        </pc:spChg>
        <pc:spChg chg="add del mod">
          <ac:chgData name="tamanna mehra" userId="8cc899f416cedc12" providerId="LiveId" clId="{072357A7-4BBA-430F-A462-6DFF77B28EC5}" dt="2026-09-22T15:06:06.556" v="7759"/>
          <ac:spMkLst>
            <pc:docMk/>
            <pc:sldMk cId="2713721540" sldId="261"/>
            <ac:spMk id="57" creationId="{FEFF4173-395F-B661-8386-EE86569D9633}"/>
          </ac:spMkLst>
        </pc:spChg>
        <pc:spChg chg="add del mod">
          <ac:chgData name="tamanna mehra" userId="8cc899f416cedc12" providerId="LiveId" clId="{072357A7-4BBA-430F-A462-6DFF77B28EC5}" dt="2026-09-22T15:12:25.043" v="7780"/>
          <ac:spMkLst>
            <pc:docMk/>
            <pc:sldMk cId="2713721540" sldId="261"/>
            <ac:spMk id="59" creationId="{55EAADE3-C49C-78A8-9580-F1DB231FFB00}"/>
          </ac:spMkLst>
        </pc:spChg>
        <pc:spChg chg="add del mod">
          <ac:chgData name="tamanna mehra" userId="8cc899f416cedc12" providerId="LiveId" clId="{072357A7-4BBA-430F-A462-6DFF77B28EC5}" dt="2026-09-22T15:13:23.608" v="7787"/>
          <ac:spMkLst>
            <pc:docMk/>
            <pc:sldMk cId="2713721540" sldId="261"/>
            <ac:spMk id="61" creationId="{F203772F-0818-E724-52A2-619BA9F208DF}"/>
          </ac:spMkLst>
        </pc:spChg>
        <pc:picChg chg="add mod">
          <ac:chgData name="tamanna mehra" userId="8cc899f416cedc12" providerId="LiveId" clId="{072357A7-4BBA-430F-A462-6DFF77B28EC5}" dt="2026-09-22T14:18:16.784" v="6769" actId="1076"/>
          <ac:picMkLst>
            <pc:docMk/>
            <pc:sldMk cId="2713721540" sldId="261"/>
            <ac:picMk id="20" creationId="{9707F1DF-C4B1-8708-09AF-5FDFAA6DD942}"/>
          </ac:picMkLst>
        </pc:picChg>
        <pc:picChg chg="add mod">
          <ac:chgData name="tamanna mehra" userId="8cc899f416cedc12" providerId="LiveId" clId="{072357A7-4BBA-430F-A462-6DFF77B28EC5}" dt="2026-09-22T14:31:05.890" v="7039" actId="1076"/>
          <ac:picMkLst>
            <pc:docMk/>
            <pc:sldMk cId="2713721540" sldId="261"/>
            <ac:picMk id="34" creationId="{0F3E90BB-3233-B7E8-203B-BD522F3FC040}"/>
          </ac:picMkLst>
        </pc:picChg>
        <pc:picChg chg="add mod">
          <ac:chgData name="tamanna mehra" userId="8cc899f416cedc12" providerId="LiveId" clId="{072357A7-4BBA-430F-A462-6DFF77B28EC5}" dt="2026-09-22T15:00:02.402" v="7717" actId="14100"/>
          <ac:picMkLst>
            <pc:docMk/>
            <pc:sldMk cId="2713721540" sldId="261"/>
            <ac:picMk id="54" creationId="{1558A8CA-1DC7-3982-63B9-8EC4DA2CA8AC}"/>
          </ac:picMkLst>
        </pc:picChg>
        <pc:picChg chg="add mod">
          <ac:chgData name="tamanna mehra" userId="8cc899f416cedc12" providerId="LiveId" clId="{072357A7-4BBA-430F-A462-6DFF77B28EC5}" dt="2026-09-22T15:02:53.424" v="7740" actId="1076"/>
          <ac:picMkLst>
            <pc:docMk/>
            <pc:sldMk cId="2713721540" sldId="261"/>
            <ac:picMk id="56" creationId="{94B7968C-5B50-420F-570A-C1DA0A8F63C3}"/>
          </ac:picMkLst>
        </pc:picChg>
        <pc:picChg chg="add mod">
          <ac:chgData name="tamanna mehra" userId="8cc899f416cedc12" providerId="LiveId" clId="{072357A7-4BBA-430F-A462-6DFF77B28EC5}" dt="2026-09-22T15:06:05.557" v="7757" actId="1076"/>
          <ac:picMkLst>
            <pc:docMk/>
            <pc:sldMk cId="2713721540" sldId="261"/>
            <ac:picMk id="58" creationId="{755B725E-FB5F-580B-BA10-CA0F7ECFF737}"/>
          </ac:picMkLst>
        </pc:picChg>
        <pc:picChg chg="add mod">
          <ac:chgData name="tamanna mehra" userId="8cc899f416cedc12" providerId="LiveId" clId="{072357A7-4BBA-430F-A462-6DFF77B28EC5}" dt="2026-09-22T15:12:24.130" v="7778" actId="1076"/>
          <ac:picMkLst>
            <pc:docMk/>
            <pc:sldMk cId="2713721540" sldId="261"/>
            <ac:picMk id="60" creationId="{B15FC89D-DF91-99A2-E317-89A7D90F7048}"/>
          </ac:picMkLst>
        </pc:picChg>
        <pc:picChg chg="add mod">
          <ac:chgData name="tamanna mehra" userId="8cc899f416cedc12" providerId="LiveId" clId="{072357A7-4BBA-430F-A462-6DFF77B28EC5}" dt="2026-09-22T15:13:22.354" v="7785" actId="1076"/>
          <ac:picMkLst>
            <pc:docMk/>
            <pc:sldMk cId="2713721540" sldId="261"/>
            <ac:picMk id="62" creationId="{F39A6C16-B944-EA19-70EE-5F4F0C5FFABC}"/>
          </ac:picMkLst>
        </pc:picChg>
        <pc:cxnChg chg="add mod">
          <ac:chgData name="tamanna mehra" userId="8cc899f416cedc12" providerId="LiveId" clId="{072357A7-4BBA-430F-A462-6DFF77B28EC5}" dt="2026-09-22T14:23:08.919" v="6903" actId="692"/>
          <ac:cxnSpMkLst>
            <pc:docMk/>
            <pc:sldMk cId="2713721540" sldId="261"/>
            <ac:cxnSpMk id="27" creationId="{4DDAF2EF-F13F-5B1E-9203-BBA6EF1CA966}"/>
          </ac:cxnSpMkLst>
        </pc:cxnChg>
        <pc:cxnChg chg="add mod">
          <ac:chgData name="tamanna mehra" userId="8cc899f416cedc12" providerId="LiveId" clId="{072357A7-4BBA-430F-A462-6DFF77B28EC5}" dt="2026-09-22T14:23:31.526" v="6909" actId="1076"/>
          <ac:cxnSpMkLst>
            <pc:docMk/>
            <pc:sldMk cId="2713721540" sldId="261"/>
            <ac:cxnSpMk id="28" creationId="{8887FFD0-9F3D-37A7-5241-FD74BB778336}"/>
          </ac:cxnSpMkLst>
        </pc:cxnChg>
        <pc:cxnChg chg="add mod">
          <ac:chgData name="tamanna mehra" userId="8cc899f416cedc12" providerId="LiveId" clId="{072357A7-4BBA-430F-A462-6DFF77B28EC5}" dt="2026-09-22T14:23:36.119" v="6910" actId="1076"/>
          <ac:cxnSpMkLst>
            <pc:docMk/>
            <pc:sldMk cId="2713721540" sldId="261"/>
            <ac:cxnSpMk id="29" creationId="{30AD3021-2C7B-A0AE-A34F-398036A27776}"/>
          </ac:cxnSpMkLst>
        </pc:cxnChg>
        <pc:cxnChg chg="add mod">
          <ac:chgData name="tamanna mehra" userId="8cc899f416cedc12" providerId="LiveId" clId="{072357A7-4BBA-430F-A462-6DFF77B28EC5}" dt="2026-09-22T14:23:40.557" v="6911" actId="1076"/>
          <ac:cxnSpMkLst>
            <pc:docMk/>
            <pc:sldMk cId="2713721540" sldId="261"/>
            <ac:cxnSpMk id="30" creationId="{000F62DC-09E0-AB9E-B61C-B9B44E139E3B}"/>
          </ac:cxnSpMkLst>
        </pc:cxnChg>
        <pc:cxnChg chg="add mod">
          <ac:chgData name="tamanna mehra" userId="8cc899f416cedc12" providerId="LiveId" clId="{072357A7-4BBA-430F-A462-6DFF77B28EC5}" dt="2026-09-22T14:23:44.857" v="6912" actId="1076"/>
          <ac:cxnSpMkLst>
            <pc:docMk/>
            <pc:sldMk cId="2713721540" sldId="261"/>
            <ac:cxnSpMk id="31" creationId="{D0A820AE-ABBA-DB91-F151-6C624DECE973}"/>
          </ac:cxnSpMkLst>
        </pc:cxnChg>
        <pc:cxnChg chg="add mod">
          <ac:chgData name="tamanna mehra" userId="8cc899f416cedc12" providerId="LiveId" clId="{072357A7-4BBA-430F-A462-6DFF77B28EC5}" dt="2026-09-22T14:23:49.835" v="6913" actId="1076"/>
          <ac:cxnSpMkLst>
            <pc:docMk/>
            <pc:sldMk cId="2713721540" sldId="261"/>
            <ac:cxnSpMk id="32" creationId="{734853C4-1FCF-E5EE-6E32-1E8CF2F54677}"/>
          </ac:cxnSpMkLst>
        </pc:cxnChg>
      </pc:sldChg>
      <pc:sldChg chg="addSp delSp modSp new mod ord setBg modClrScheme chgLayout">
        <pc:chgData name="tamanna mehra" userId="8cc899f416cedc12" providerId="LiveId" clId="{072357A7-4BBA-430F-A462-6DFF77B28EC5}" dt="2026-09-22T14:24:02.919" v="6915"/>
        <pc:sldMkLst>
          <pc:docMk/>
          <pc:sldMk cId="3597309319" sldId="262"/>
        </pc:sldMkLst>
        <pc:spChg chg="del">
          <ac:chgData name="tamanna mehra" userId="8cc899f416cedc12" providerId="LiveId" clId="{072357A7-4BBA-430F-A462-6DFF77B28EC5}" dt="2026-09-22T11:08:04.305" v="4651" actId="700"/>
          <ac:spMkLst>
            <pc:docMk/>
            <pc:sldMk cId="3597309319" sldId="262"/>
            <ac:spMk id="2" creationId="{DD127271-0ECF-FB04-BEB3-610DF180FEB6}"/>
          </ac:spMkLst>
        </pc:spChg>
        <pc:spChg chg="del">
          <ac:chgData name="tamanna mehra" userId="8cc899f416cedc12" providerId="LiveId" clId="{072357A7-4BBA-430F-A462-6DFF77B28EC5}" dt="2026-09-22T11:08:04.305" v="4651" actId="700"/>
          <ac:spMkLst>
            <pc:docMk/>
            <pc:sldMk cId="3597309319" sldId="262"/>
            <ac:spMk id="3" creationId="{03F45A23-0F89-4799-0043-31038A9AD14A}"/>
          </ac:spMkLst>
        </pc:spChg>
        <pc:spChg chg="add mod">
          <ac:chgData name="tamanna mehra" userId="8cc899f416cedc12" providerId="LiveId" clId="{072357A7-4BBA-430F-A462-6DFF77B28EC5}" dt="2026-09-22T11:12:32.840" v="4804" actId="1076"/>
          <ac:spMkLst>
            <pc:docMk/>
            <pc:sldMk cId="3597309319" sldId="262"/>
            <ac:spMk id="4" creationId="{E3520575-7F8D-2F74-E132-DD1D999515FF}"/>
          </ac:spMkLst>
        </pc:spChg>
        <pc:spChg chg="add del">
          <ac:chgData name="tamanna mehra" userId="8cc899f416cedc12" providerId="LiveId" clId="{072357A7-4BBA-430F-A462-6DFF77B28EC5}" dt="2026-09-22T11:08:59.456" v="4676" actId="21"/>
          <ac:spMkLst>
            <pc:docMk/>
            <pc:sldMk cId="3597309319" sldId="262"/>
            <ac:spMk id="5" creationId="{C9ED0BAB-2CE6-7B2E-B83A-CCC2C5F01EDB}"/>
          </ac:spMkLst>
        </pc:spChg>
        <pc:spChg chg="add del mod">
          <ac:chgData name="tamanna mehra" userId="8cc899f416cedc12" providerId="LiveId" clId="{072357A7-4BBA-430F-A462-6DFF77B28EC5}" dt="2026-09-22T11:09:27.706" v="4679" actId="21"/>
          <ac:spMkLst>
            <pc:docMk/>
            <pc:sldMk cId="3597309319" sldId="262"/>
            <ac:spMk id="6" creationId="{686F536C-451D-9D29-B2B3-FA9FD9ACCD2F}"/>
          </ac:spMkLst>
        </pc:spChg>
        <pc:spChg chg="add mod">
          <ac:chgData name="tamanna mehra" userId="8cc899f416cedc12" providerId="LiveId" clId="{072357A7-4BBA-430F-A462-6DFF77B28EC5}" dt="2026-09-22T11:25:50.664" v="5103" actId="1076"/>
          <ac:spMkLst>
            <pc:docMk/>
            <pc:sldMk cId="3597309319" sldId="262"/>
            <ac:spMk id="7" creationId="{C290F7B5-A392-4A46-B4EC-B96203930889}"/>
          </ac:spMkLst>
        </pc:spChg>
        <pc:spChg chg="add del mod">
          <ac:chgData name="tamanna mehra" userId="8cc899f416cedc12" providerId="LiveId" clId="{072357A7-4BBA-430F-A462-6DFF77B28EC5}" dt="2026-09-22T11:19:36.745" v="4807"/>
          <ac:spMkLst>
            <pc:docMk/>
            <pc:sldMk cId="3597309319" sldId="262"/>
            <ac:spMk id="8" creationId="{B1DD0C7A-9572-AD77-9C38-19012BF69F15}"/>
          </ac:spMkLst>
        </pc:spChg>
        <pc:spChg chg="add del mod">
          <ac:chgData name="tamanna mehra" userId="8cc899f416cedc12" providerId="LiveId" clId="{072357A7-4BBA-430F-A462-6DFF77B28EC5}" dt="2026-09-22T11:20:59.141" v="5017"/>
          <ac:spMkLst>
            <pc:docMk/>
            <pc:sldMk cId="3597309319" sldId="262"/>
            <ac:spMk id="9" creationId="{BCF1D3AA-FDF3-3CCC-A95E-A1FDC2B3C9C9}"/>
          </ac:spMkLst>
        </pc:spChg>
        <pc:spChg chg="add del mod">
          <ac:chgData name="tamanna mehra" userId="8cc899f416cedc12" providerId="LiveId" clId="{072357A7-4BBA-430F-A462-6DFF77B28EC5}" dt="2026-09-22T11:24:18.561" v="5085"/>
          <ac:spMkLst>
            <pc:docMk/>
            <pc:sldMk cId="3597309319" sldId="262"/>
            <ac:spMk id="12" creationId="{D2D830C4-6AF8-2142-ED23-B702C09BC605}"/>
          </ac:spMkLst>
        </pc:spChg>
        <pc:spChg chg="add del mod">
          <ac:chgData name="tamanna mehra" userId="8cc899f416cedc12" providerId="LiveId" clId="{072357A7-4BBA-430F-A462-6DFF77B28EC5}" dt="2026-09-22T11:25:10.059" v="5097"/>
          <ac:spMkLst>
            <pc:docMk/>
            <pc:sldMk cId="3597309319" sldId="262"/>
            <ac:spMk id="14" creationId="{15DBC9C2-3E43-8B25-9787-B19E67253126}"/>
          </ac:spMkLst>
        </pc:spChg>
        <pc:picChg chg="add del mod modCrop">
          <ac:chgData name="tamanna mehra" userId="8cc899f416cedc12" providerId="LiveId" clId="{072357A7-4BBA-430F-A462-6DFF77B28EC5}" dt="2026-09-22T11:24:18.550" v="5083" actId="21"/>
          <ac:picMkLst>
            <pc:docMk/>
            <pc:sldMk cId="3597309319" sldId="262"/>
            <ac:picMk id="11" creationId="{6ABE5279-E26B-FAD2-C4E4-DB7B7CEA59A3}"/>
          </ac:picMkLst>
        </pc:picChg>
        <pc:picChg chg="add mod">
          <ac:chgData name="tamanna mehra" userId="8cc899f416cedc12" providerId="LiveId" clId="{072357A7-4BBA-430F-A462-6DFF77B28EC5}" dt="2026-09-22T13:03:35.129" v="5110" actId="14861"/>
          <ac:picMkLst>
            <pc:docMk/>
            <pc:sldMk cId="3597309319" sldId="262"/>
            <ac:picMk id="13" creationId="{A0EBF5FA-D9AC-CDE6-66B1-C18C906467ED}"/>
          </ac:picMkLst>
        </pc:picChg>
        <pc:picChg chg="add mod">
          <ac:chgData name="tamanna mehra" userId="8cc899f416cedc12" providerId="LiveId" clId="{072357A7-4BBA-430F-A462-6DFF77B28EC5}" dt="2026-09-22T13:03:39.962" v="5111" actId="14861"/>
          <ac:picMkLst>
            <pc:docMk/>
            <pc:sldMk cId="3597309319" sldId="262"/>
            <ac:picMk id="16" creationId="{1F93D580-78A2-E188-A190-52527A33458B}"/>
          </ac:picMkLst>
        </pc:picChg>
        <pc:cxnChg chg="add">
          <ac:chgData name="tamanna mehra" userId="8cc899f416cedc12" providerId="LiveId" clId="{072357A7-4BBA-430F-A462-6DFF77B28EC5}" dt="2026-09-22T11:26:01.350" v="5104" actId="11529"/>
          <ac:cxnSpMkLst>
            <pc:docMk/>
            <pc:sldMk cId="3597309319" sldId="262"/>
            <ac:cxnSpMk id="18" creationId="{84A3A442-DC92-084A-C632-9D9BAAB198BF}"/>
          </ac:cxnSpMkLst>
        </pc:cxnChg>
      </pc:sldChg>
      <pc:sldChg chg="addSp delSp modSp new mod setBg">
        <pc:chgData name="tamanna mehra" userId="8cc899f416cedc12" providerId="LiveId" clId="{072357A7-4BBA-430F-A462-6DFF77B28EC5}" dt="2026-09-22T14:07:56.200" v="6502" actId="1076"/>
        <pc:sldMkLst>
          <pc:docMk/>
          <pc:sldMk cId="2938206676" sldId="263"/>
        </pc:sldMkLst>
        <pc:spChg chg="add del">
          <ac:chgData name="tamanna mehra" userId="8cc899f416cedc12" providerId="LiveId" clId="{072357A7-4BBA-430F-A462-6DFF77B28EC5}" dt="2026-09-22T13:09:45.585" v="5113" actId="11529"/>
          <ac:spMkLst>
            <pc:docMk/>
            <pc:sldMk cId="2938206676" sldId="263"/>
            <ac:spMk id="2" creationId="{65E2BC6E-B8A2-2CA3-B620-ADD2FD1BB0A8}"/>
          </ac:spMkLst>
        </pc:spChg>
        <pc:spChg chg="add mod">
          <ac:chgData name="tamanna mehra" userId="8cc899f416cedc12" providerId="LiveId" clId="{072357A7-4BBA-430F-A462-6DFF77B28EC5}" dt="2026-09-22T14:01:41.681" v="6332" actId="120"/>
          <ac:spMkLst>
            <pc:docMk/>
            <pc:sldMk cId="2938206676" sldId="263"/>
            <ac:spMk id="3" creationId="{9443C9E2-4622-C02D-000A-9749862E1932}"/>
          </ac:spMkLst>
        </pc:spChg>
        <pc:spChg chg="add del mod">
          <ac:chgData name="tamanna mehra" userId="8cc899f416cedc12" providerId="LiveId" clId="{072357A7-4BBA-430F-A462-6DFF77B28EC5}" dt="2026-09-22T13:15:33.225" v="5350" actId="478"/>
          <ac:spMkLst>
            <pc:docMk/>
            <pc:sldMk cId="2938206676" sldId="263"/>
            <ac:spMk id="4" creationId="{F3E6895F-7189-A91C-5F2E-7C3C309C5DDB}"/>
          </ac:spMkLst>
        </pc:spChg>
        <pc:spChg chg="add del mod">
          <ac:chgData name="tamanna mehra" userId="8cc899f416cedc12" providerId="LiveId" clId="{072357A7-4BBA-430F-A462-6DFF77B28EC5}" dt="2026-09-22T13:17:28.883" v="5402" actId="21"/>
          <ac:spMkLst>
            <pc:docMk/>
            <pc:sldMk cId="2938206676" sldId="263"/>
            <ac:spMk id="5" creationId="{5ABDFF3A-A7EF-99C1-2E0E-632F9BD86711}"/>
          </ac:spMkLst>
        </pc:spChg>
        <pc:spChg chg="add mod">
          <ac:chgData name="tamanna mehra" userId="8cc899f416cedc12" providerId="LiveId" clId="{072357A7-4BBA-430F-A462-6DFF77B28EC5}" dt="2026-09-22T13:26:19.772" v="5538" actId="208"/>
          <ac:spMkLst>
            <pc:docMk/>
            <pc:sldMk cId="2938206676" sldId="263"/>
            <ac:spMk id="6" creationId="{AF553D27-41F1-997B-7099-96EF37BF9BB6}"/>
          </ac:spMkLst>
        </pc:spChg>
        <pc:spChg chg="add del mod">
          <ac:chgData name="tamanna mehra" userId="8cc899f416cedc12" providerId="LiveId" clId="{072357A7-4BBA-430F-A462-6DFF77B28EC5}" dt="2026-09-22T13:24:39.154" v="5512" actId="21"/>
          <ac:spMkLst>
            <pc:docMk/>
            <pc:sldMk cId="2938206676" sldId="263"/>
            <ac:spMk id="7" creationId="{36DE5253-A0DF-A3B5-3989-1553CBDFE556}"/>
          </ac:spMkLst>
        </pc:spChg>
        <pc:spChg chg="add del">
          <ac:chgData name="tamanna mehra" userId="8cc899f416cedc12" providerId="LiveId" clId="{072357A7-4BBA-430F-A462-6DFF77B28EC5}" dt="2026-09-22T13:24:13.130" v="5496" actId="22"/>
          <ac:spMkLst>
            <pc:docMk/>
            <pc:sldMk cId="2938206676" sldId="263"/>
            <ac:spMk id="9" creationId="{68D20B0A-ED13-DE04-6B04-F32D853E1C34}"/>
          </ac:spMkLst>
        </pc:spChg>
        <pc:spChg chg="add mod">
          <ac:chgData name="tamanna mehra" userId="8cc899f416cedc12" providerId="LiveId" clId="{072357A7-4BBA-430F-A462-6DFF77B28EC5}" dt="2026-09-22T13:24:13.117" v="5495"/>
          <ac:spMkLst>
            <pc:docMk/>
            <pc:sldMk cId="2938206676" sldId="263"/>
            <ac:spMk id="10" creationId="{029C960A-AD2D-F140-ACC7-9439C640196A}"/>
          </ac:spMkLst>
        </pc:spChg>
        <pc:spChg chg="add mod">
          <ac:chgData name="tamanna mehra" userId="8cc899f416cedc12" providerId="LiveId" clId="{072357A7-4BBA-430F-A462-6DFF77B28EC5}" dt="2026-09-22T13:24:13.061" v="5494"/>
          <ac:spMkLst>
            <pc:docMk/>
            <pc:sldMk cId="2938206676" sldId="263"/>
            <ac:spMk id="11" creationId="{CCBCA04B-3B9B-4826-67C0-B5495566A212}"/>
          </ac:spMkLst>
        </pc:spChg>
        <pc:spChg chg="add mod">
          <ac:chgData name="tamanna mehra" userId="8cc899f416cedc12" providerId="LiveId" clId="{072357A7-4BBA-430F-A462-6DFF77B28EC5}" dt="2026-09-22T13:24:13.028" v="5493"/>
          <ac:spMkLst>
            <pc:docMk/>
            <pc:sldMk cId="2938206676" sldId="263"/>
            <ac:spMk id="12" creationId="{72A640C3-E8D8-D4BB-F5DE-EA0B55C2A1D1}"/>
          </ac:spMkLst>
        </pc:spChg>
        <pc:spChg chg="add mod">
          <ac:chgData name="tamanna mehra" userId="8cc899f416cedc12" providerId="LiveId" clId="{072357A7-4BBA-430F-A462-6DFF77B28EC5}" dt="2026-09-22T13:24:12.992" v="5492"/>
          <ac:spMkLst>
            <pc:docMk/>
            <pc:sldMk cId="2938206676" sldId="263"/>
            <ac:spMk id="13" creationId="{C1A91B40-C0EB-AEDF-2E22-20DEA9F37464}"/>
          </ac:spMkLst>
        </pc:spChg>
        <pc:spChg chg="add mod">
          <ac:chgData name="tamanna mehra" userId="8cc899f416cedc12" providerId="LiveId" clId="{072357A7-4BBA-430F-A462-6DFF77B28EC5}" dt="2026-09-22T13:24:12.954" v="5491"/>
          <ac:spMkLst>
            <pc:docMk/>
            <pc:sldMk cId="2938206676" sldId="263"/>
            <ac:spMk id="14" creationId="{118E8842-8C45-46FC-9AC6-C1D6B8F2EBB6}"/>
          </ac:spMkLst>
        </pc:spChg>
        <pc:spChg chg="add mod">
          <ac:chgData name="tamanna mehra" userId="8cc899f416cedc12" providerId="LiveId" clId="{072357A7-4BBA-430F-A462-6DFF77B28EC5}" dt="2026-09-22T13:24:23.973" v="5506"/>
          <ac:spMkLst>
            <pc:docMk/>
            <pc:sldMk cId="2938206676" sldId="263"/>
            <ac:spMk id="15" creationId="{B19258DF-E628-874E-ADE3-CBE76B73BB61}"/>
          </ac:spMkLst>
        </pc:spChg>
        <pc:spChg chg="add mod">
          <ac:chgData name="tamanna mehra" userId="8cc899f416cedc12" providerId="LiveId" clId="{072357A7-4BBA-430F-A462-6DFF77B28EC5}" dt="2026-09-22T13:24:23.712" v="5505"/>
          <ac:spMkLst>
            <pc:docMk/>
            <pc:sldMk cId="2938206676" sldId="263"/>
            <ac:spMk id="16" creationId="{9E56010E-CA31-71ED-425F-0A0826DEA938}"/>
          </ac:spMkLst>
        </pc:spChg>
        <pc:spChg chg="add mod">
          <ac:chgData name="tamanna mehra" userId="8cc899f416cedc12" providerId="LiveId" clId="{072357A7-4BBA-430F-A462-6DFF77B28EC5}" dt="2026-09-22T13:24:23.684" v="5504"/>
          <ac:spMkLst>
            <pc:docMk/>
            <pc:sldMk cId="2938206676" sldId="263"/>
            <ac:spMk id="17" creationId="{6DD72688-0EA4-53BB-E89A-0064DCBA1798}"/>
          </ac:spMkLst>
        </pc:spChg>
        <pc:spChg chg="add mod">
          <ac:chgData name="tamanna mehra" userId="8cc899f416cedc12" providerId="LiveId" clId="{072357A7-4BBA-430F-A462-6DFF77B28EC5}" dt="2026-09-22T13:24:23.642" v="5503"/>
          <ac:spMkLst>
            <pc:docMk/>
            <pc:sldMk cId="2938206676" sldId="263"/>
            <ac:spMk id="18" creationId="{3C49D494-CA36-34AC-11E3-AB84CC4F036C}"/>
          </ac:spMkLst>
        </pc:spChg>
        <pc:spChg chg="add mod">
          <ac:chgData name="tamanna mehra" userId="8cc899f416cedc12" providerId="LiveId" clId="{072357A7-4BBA-430F-A462-6DFF77B28EC5}" dt="2026-09-22T13:24:23.125" v="5502"/>
          <ac:spMkLst>
            <pc:docMk/>
            <pc:sldMk cId="2938206676" sldId="263"/>
            <ac:spMk id="19" creationId="{0986B290-17CD-B5D5-68A3-6328ACF0734A}"/>
          </ac:spMkLst>
        </pc:spChg>
        <pc:spChg chg="add mod">
          <ac:chgData name="tamanna mehra" userId="8cc899f416cedc12" providerId="LiveId" clId="{072357A7-4BBA-430F-A462-6DFF77B28EC5}" dt="2026-09-22T13:26:47.911" v="5543" actId="1076"/>
          <ac:spMkLst>
            <pc:docMk/>
            <pc:sldMk cId="2938206676" sldId="263"/>
            <ac:spMk id="20" creationId="{E60D0A8C-169A-8901-5605-58C318B7D313}"/>
          </ac:spMkLst>
        </pc:spChg>
        <pc:spChg chg="add mod">
          <ac:chgData name="tamanna mehra" userId="8cc899f416cedc12" providerId="LiveId" clId="{072357A7-4BBA-430F-A462-6DFF77B28EC5}" dt="2026-09-22T13:27:04.015" v="5547" actId="1076"/>
          <ac:spMkLst>
            <pc:docMk/>
            <pc:sldMk cId="2938206676" sldId="263"/>
            <ac:spMk id="21" creationId="{EA25C4E4-396B-3CDD-37B2-759E68BEA175}"/>
          </ac:spMkLst>
        </pc:spChg>
        <pc:spChg chg="add mod">
          <ac:chgData name="tamanna mehra" userId="8cc899f416cedc12" providerId="LiveId" clId="{072357A7-4BBA-430F-A462-6DFF77B28EC5}" dt="2026-09-22T13:26:53.936" v="5544" actId="1076"/>
          <ac:spMkLst>
            <pc:docMk/>
            <pc:sldMk cId="2938206676" sldId="263"/>
            <ac:spMk id="22" creationId="{1DF03D0C-8BFB-758C-9FA9-FC610CA774D8}"/>
          </ac:spMkLst>
        </pc:spChg>
        <pc:spChg chg="add mod">
          <ac:chgData name="tamanna mehra" userId="8cc899f416cedc12" providerId="LiveId" clId="{072357A7-4BBA-430F-A462-6DFF77B28EC5}" dt="2026-09-22T13:26:19.772" v="5538" actId="208"/>
          <ac:spMkLst>
            <pc:docMk/>
            <pc:sldMk cId="2938206676" sldId="263"/>
            <ac:spMk id="23" creationId="{A3823097-BA97-6E5D-8123-1093AD743BCE}"/>
          </ac:spMkLst>
        </pc:spChg>
        <pc:spChg chg="add mod">
          <ac:chgData name="tamanna mehra" userId="8cc899f416cedc12" providerId="LiveId" clId="{072357A7-4BBA-430F-A462-6DFF77B28EC5}" dt="2026-09-22T13:27:00.717" v="5546" actId="1076"/>
          <ac:spMkLst>
            <pc:docMk/>
            <pc:sldMk cId="2938206676" sldId="263"/>
            <ac:spMk id="24" creationId="{FF475CA4-134A-8E9F-B892-7754FD27FB86}"/>
          </ac:spMkLst>
        </pc:spChg>
        <pc:spChg chg="add mod">
          <ac:chgData name="tamanna mehra" userId="8cc899f416cedc12" providerId="LiveId" clId="{072357A7-4BBA-430F-A462-6DFF77B28EC5}" dt="2026-09-22T13:26:56.048" v="5545" actId="1076"/>
          <ac:spMkLst>
            <pc:docMk/>
            <pc:sldMk cId="2938206676" sldId="263"/>
            <ac:spMk id="25" creationId="{1517732E-BCA1-F150-299A-DBF066C9FCDA}"/>
          </ac:spMkLst>
        </pc:spChg>
        <pc:spChg chg="add del mod">
          <ac:chgData name="tamanna mehra" userId="8cc899f416cedc12" providerId="LiveId" clId="{072357A7-4BBA-430F-A462-6DFF77B28EC5}" dt="2026-09-22T13:26:36.394" v="5542"/>
          <ac:spMkLst>
            <pc:docMk/>
            <pc:sldMk cId="2938206676" sldId="263"/>
            <ac:spMk id="26" creationId="{2DBD6D05-BE96-3FC4-C6E5-C38820679FC3}"/>
          </ac:spMkLst>
        </pc:spChg>
        <pc:spChg chg="add del mod">
          <ac:chgData name="tamanna mehra" userId="8cc899f416cedc12" providerId="LiveId" clId="{072357A7-4BBA-430F-A462-6DFF77B28EC5}" dt="2026-09-22T13:27:44.836" v="5550"/>
          <ac:spMkLst>
            <pc:docMk/>
            <pc:sldMk cId="2938206676" sldId="263"/>
            <ac:spMk id="27" creationId="{376D7285-A426-491B-2A77-E49D423B8E4F}"/>
          </ac:spMkLst>
        </pc:spChg>
        <pc:spChg chg="add del mod">
          <ac:chgData name="tamanna mehra" userId="8cc899f416cedc12" providerId="LiveId" clId="{072357A7-4BBA-430F-A462-6DFF77B28EC5}" dt="2026-09-22T13:29:03.950" v="5617"/>
          <ac:spMkLst>
            <pc:docMk/>
            <pc:sldMk cId="2938206676" sldId="263"/>
            <ac:spMk id="28" creationId="{0C37481A-A996-811F-4FF8-38318FF8F008}"/>
          </ac:spMkLst>
        </pc:spChg>
        <pc:spChg chg="add del mod">
          <ac:chgData name="tamanna mehra" userId="8cc899f416cedc12" providerId="LiveId" clId="{072357A7-4BBA-430F-A462-6DFF77B28EC5}" dt="2026-09-22T13:29:03.954" v="5619"/>
          <ac:spMkLst>
            <pc:docMk/>
            <pc:sldMk cId="2938206676" sldId="263"/>
            <ac:spMk id="31" creationId="{DED56693-A267-0FAC-8232-356DB1421FC4}"/>
          </ac:spMkLst>
        </pc:spChg>
        <pc:spChg chg="add del mod">
          <ac:chgData name="tamanna mehra" userId="8cc899f416cedc12" providerId="LiveId" clId="{072357A7-4BBA-430F-A462-6DFF77B28EC5}" dt="2026-09-22T13:29:06.374" v="5622"/>
          <ac:spMkLst>
            <pc:docMk/>
            <pc:sldMk cId="2938206676" sldId="263"/>
            <ac:spMk id="32" creationId="{EA1C137E-8A95-5DE0-6F79-4162C6A51F96}"/>
          </ac:spMkLst>
        </pc:spChg>
        <pc:spChg chg="add mod">
          <ac:chgData name="tamanna mehra" userId="8cc899f416cedc12" providerId="LiveId" clId="{072357A7-4BBA-430F-A462-6DFF77B28EC5}" dt="2026-09-22T13:29:45.072" v="5634" actId="1076"/>
          <ac:spMkLst>
            <pc:docMk/>
            <pc:sldMk cId="2938206676" sldId="263"/>
            <ac:spMk id="33" creationId="{017ED428-D244-D89E-19F0-E03A38D647A8}"/>
          </ac:spMkLst>
        </pc:spChg>
        <pc:spChg chg="add del mod">
          <ac:chgData name="tamanna mehra" userId="8cc899f416cedc12" providerId="LiveId" clId="{072357A7-4BBA-430F-A462-6DFF77B28EC5}" dt="2026-09-22T13:29:58.868" v="5638"/>
          <ac:spMkLst>
            <pc:docMk/>
            <pc:sldMk cId="2938206676" sldId="263"/>
            <ac:spMk id="34" creationId="{947AB4E2-9D4E-B7C2-ADCB-679BFBF20763}"/>
          </ac:spMkLst>
        </pc:spChg>
        <pc:spChg chg="add del mod">
          <ac:chgData name="tamanna mehra" userId="8cc899f416cedc12" providerId="LiveId" clId="{072357A7-4BBA-430F-A462-6DFF77B28EC5}" dt="2026-09-22T13:30:17.524" v="5642"/>
          <ac:spMkLst>
            <pc:docMk/>
            <pc:sldMk cId="2938206676" sldId="263"/>
            <ac:spMk id="35" creationId="{47349386-7B50-D4FB-C498-B980C6438B57}"/>
          </ac:spMkLst>
        </pc:spChg>
        <pc:spChg chg="add mod">
          <ac:chgData name="tamanna mehra" userId="8cc899f416cedc12" providerId="LiveId" clId="{072357A7-4BBA-430F-A462-6DFF77B28EC5}" dt="2026-09-22T13:34:12.773" v="5815" actId="1076"/>
          <ac:spMkLst>
            <pc:docMk/>
            <pc:sldMk cId="2938206676" sldId="263"/>
            <ac:spMk id="36" creationId="{16BAD583-149A-32DB-C81A-D8822DA0B707}"/>
          </ac:spMkLst>
        </pc:spChg>
        <pc:spChg chg="add del mod">
          <ac:chgData name="tamanna mehra" userId="8cc899f416cedc12" providerId="LiveId" clId="{072357A7-4BBA-430F-A462-6DFF77B28EC5}" dt="2026-09-22T13:39:03.628" v="5829"/>
          <ac:spMkLst>
            <pc:docMk/>
            <pc:sldMk cId="2938206676" sldId="263"/>
            <ac:spMk id="37" creationId="{460531B1-1DB3-F8B5-8375-463E17A50A8E}"/>
          </ac:spMkLst>
        </pc:spChg>
        <pc:spChg chg="add mod">
          <ac:chgData name="tamanna mehra" userId="8cc899f416cedc12" providerId="LiveId" clId="{072357A7-4BBA-430F-A462-6DFF77B28EC5}" dt="2026-09-22T13:39:01.459" v="5827" actId="931"/>
          <ac:spMkLst>
            <pc:docMk/>
            <pc:sldMk cId="2938206676" sldId="263"/>
            <ac:spMk id="40" creationId="{2D5BC16B-411F-043F-9B22-1A6AD99BCEC6}"/>
          </ac:spMkLst>
        </pc:spChg>
        <pc:spChg chg="add del mod">
          <ac:chgData name="tamanna mehra" userId="8cc899f416cedc12" providerId="LiveId" clId="{072357A7-4BBA-430F-A462-6DFF77B28EC5}" dt="2026-09-22T13:41:15.064" v="5841"/>
          <ac:spMkLst>
            <pc:docMk/>
            <pc:sldMk cId="2938206676" sldId="263"/>
            <ac:spMk id="41" creationId="{4288D762-5323-448C-5A74-2533D71AB091}"/>
          </ac:spMkLst>
        </pc:spChg>
        <pc:spChg chg="add mod">
          <ac:chgData name="tamanna mehra" userId="8cc899f416cedc12" providerId="LiveId" clId="{072357A7-4BBA-430F-A462-6DFF77B28EC5}" dt="2026-09-22T13:43:07.905" v="5936" actId="1076"/>
          <ac:spMkLst>
            <pc:docMk/>
            <pc:sldMk cId="2938206676" sldId="263"/>
            <ac:spMk id="43" creationId="{D455C061-7C96-8A34-7CCE-210783899641}"/>
          </ac:spMkLst>
        </pc:spChg>
        <pc:spChg chg="add del mod">
          <ac:chgData name="tamanna mehra" userId="8cc899f416cedc12" providerId="LiveId" clId="{072357A7-4BBA-430F-A462-6DFF77B28EC5}" dt="2026-09-22T13:41:55.819" v="5860"/>
          <ac:spMkLst>
            <pc:docMk/>
            <pc:sldMk cId="2938206676" sldId="263"/>
            <ac:spMk id="44" creationId="{1FCA17D8-6ED2-8A70-1117-D07BEDA797C8}"/>
          </ac:spMkLst>
        </pc:spChg>
        <pc:spChg chg="add mod">
          <ac:chgData name="tamanna mehra" userId="8cc899f416cedc12" providerId="LiveId" clId="{072357A7-4BBA-430F-A462-6DFF77B28EC5}" dt="2026-09-22T13:43:00.482" v="5935" actId="1076"/>
          <ac:spMkLst>
            <pc:docMk/>
            <pc:sldMk cId="2938206676" sldId="263"/>
            <ac:spMk id="45" creationId="{6E46B8EE-C060-E455-1C18-DECE86D96D46}"/>
          </ac:spMkLst>
        </pc:spChg>
        <pc:spChg chg="add del mod">
          <ac:chgData name="tamanna mehra" userId="8cc899f416cedc12" providerId="LiveId" clId="{072357A7-4BBA-430F-A462-6DFF77B28EC5}" dt="2026-09-22T13:45:42.013" v="5948"/>
          <ac:spMkLst>
            <pc:docMk/>
            <pc:sldMk cId="2938206676" sldId="263"/>
            <ac:spMk id="46" creationId="{E98C623B-A4B9-C22C-7950-206FEFA9BB52}"/>
          </ac:spMkLst>
        </pc:spChg>
        <pc:spChg chg="add del mod">
          <ac:chgData name="tamanna mehra" userId="8cc899f416cedc12" providerId="LiveId" clId="{072357A7-4BBA-430F-A462-6DFF77B28EC5}" dt="2026-09-22T13:46:32.503" v="5957"/>
          <ac:spMkLst>
            <pc:docMk/>
            <pc:sldMk cId="2938206676" sldId="263"/>
            <ac:spMk id="48" creationId="{C0898AE0-0F4A-7E23-8CBD-FE9B37C225AF}"/>
          </ac:spMkLst>
        </pc:spChg>
        <pc:spChg chg="add mod">
          <ac:chgData name="tamanna mehra" userId="8cc899f416cedc12" providerId="LiveId" clId="{072357A7-4BBA-430F-A462-6DFF77B28EC5}" dt="2026-09-22T13:50:14.104" v="6057" actId="1076"/>
          <ac:spMkLst>
            <pc:docMk/>
            <pc:sldMk cId="2938206676" sldId="263"/>
            <ac:spMk id="50" creationId="{5B6CD6B0-76E2-0E00-CFC0-8E38B6851339}"/>
          </ac:spMkLst>
        </pc:spChg>
        <pc:spChg chg="add del mod">
          <ac:chgData name="tamanna mehra" userId="8cc899f416cedc12" providerId="LiveId" clId="{072357A7-4BBA-430F-A462-6DFF77B28EC5}" dt="2026-09-22T13:48:38.283" v="5994"/>
          <ac:spMkLst>
            <pc:docMk/>
            <pc:sldMk cId="2938206676" sldId="263"/>
            <ac:spMk id="51" creationId="{4F985294-1849-51EA-472B-BBBFBCCB9169}"/>
          </ac:spMkLst>
        </pc:spChg>
        <pc:spChg chg="add mod">
          <ac:chgData name="tamanna mehra" userId="8cc899f416cedc12" providerId="LiveId" clId="{072357A7-4BBA-430F-A462-6DFF77B28EC5}" dt="2026-09-22T13:49:52.014" v="6054" actId="122"/>
          <ac:spMkLst>
            <pc:docMk/>
            <pc:sldMk cId="2938206676" sldId="263"/>
            <ac:spMk id="52" creationId="{B2A8390E-D4C1-8B0D-1A37-C2761B9AC462}"/>
          </ac:spMkLst>
        </pc:spChg>
        <pc:spChg chg="add del mod">
          <ac:chgData name="tamanna mehra" userId="8cc899f416cedc12" providerId="LiveId" clId="{072357A7-4BBA-430F-A462-6DFF77B28EC5}" dt="2026-09-22T13:52:11.751" v="6120"/>
          <ac:spMkLst>
            <pc:docMk/>
            <pc:sldMk cId="2938206676" sldId="263"/>
            <ac:spMk id="55" creationId="{183F6B3F-3B65-0DE4-11AB-2F47880E04AA}"/>
          </ac:spMkLst>
        </pc:spChg>
        <pc:spChg chg="add mod">
          <ac:chgData name="tamanna mehra" userId="8cc899f416cedc12" providerId="LiveId" clId="{072357A7-4BBA-430F-A462-6DFF77B28EC5}" dt="2026-09-22T13:53:45.830" v="6141" actId="1076"/>
          <ac:spMkLst>
            <pc:docMk/>
            <pc:sldMk cId="2938206676" sldId="263"/>
            <ac:spMk id="56" creationId="{D7CBC562-05E0-823D-FA33-7BB3DC8C855F}"/>
          </ac:spMkLst>
        </pc:spChg>
        <pc:spChg chg="add mod">
          <ac:chgData name="tamanna mehra" userId="8cc899f416cedc12" providerId="LiveId" clId="{072357A7-4BBA-430F-A462-6DFF77B28EC5}" dt="2026-09-22T13:54:30.536" v="6185" actId="1076"/>
          <ac:spMkLst>
            <pc:docMk/>
            <pc:sldMk cId="2938206676" sldId="263"/>
            <ac:spMk id="57" creationId="{A56CA2C1-046B-66C2-AE04-D598A66D0645}"/>
          </ac:spMkLst>
        </pc:spChg>
        <pc:spChg chg="add del mod">
          <ac:chgData name="tamanna mehra" userId="8cc899f416cedc12" providerId="LiveId" clId="{072357A7-4BBA-430F-A462-6DFF77B28EC5}" dt="2026-09-22T13:57:00.632" v="6251"/>
          <ac:spMkLst>
            <pc:docMk/>
            <pc:sldMk cId="2938206676" sldId="263"/>
            <ac:spMk id="60" creationId="{1802426C-376B-EA4B-E9D7-6E40B1963A5D}"/>
          </ac:spMkLst>
        </pc:spChg>
        <pc:spChg chg="add del mod">
          <ac:chgData name="tamanna mehra" userId="8cc899f416cedc12" providerId="LiveId" clId="{072357A7-4BBA-430F-A462-6DFF77B28EC5}" dt="2026-09-22T13:58:06.558" v="6256"/>
          <ac:spMkLst>
            <pc:docMk/>
            <pc:sldMk cId="2938206676" sldId="263"/>
            <ac:spMk id="61" creationId="{DF7F9FA8-21AC-4345-E7AF-EC5496BA5762}"/>
          </ac:spMkLst>
        </pc:spChg>
        <pc:spChg chg="add mod">
          <ac:chgData name="tamanna mehra" userId="8cc899f416cedc12" providerId="LiveId" clId="{072357A7-4BBA-430F-A462-6DFF77B28EC5}" dt="2026-09-22T14:05:55.291" v="6422" actId="1076"/>
          <ac:spMkLst>
            <pc:docMk/>
            <pc:sldMk cId="2938206676" sldId="263"/>
            <ac:spMk id="63" creationId="{ECCB4778-DE00-0599-16A1-5C4902BD7C18}"/>
          </ac:spMkLst>
        </pc:spChg>
        <pc:spChg chg="add mod">
          <ac:chgData name="tamanna mehra" userId="8cc899f416cedc12" providerId="LiveId" clId="{072357A7-4BBA-430F-A462-6DFF77B28EC5}" dt="2026-09-22T14:07:46.649" v="6501" actId="122"/>
          <ac:spMkLst>
            <pc:docMk/>
            <pc:sldMk cId="2938206676" sldId="263"/>
            <ac:spMk id="64" creationId="{783F7967-CD93-BB6B-E3C2-9386E29174D4}"/>
          </ac:spMkLst>
        </pc:spChg>
        <pc:spChg chg="add mod">
          <ac:chgData name="tamanna mehra" userId="8cc899f416cedc12" providerId="LiveId" clId="{072357A7-4BBA-430F-A462-6DFF77B28EC5}" dt="2026-09-22T14:07:21.022" v="6497" actId="2711"/>
          <ac:spMkLst>
            <pc:docMk/>
            <pc:sldMk cId="2938206676" sldId="263"/>
            <ac:spMk id="67" creationId="{752688C8-4D7C-A786-CAF3-54139FA6C652}"/>
          </ac:spMkLst>
        </pc:spChg>
        <pc:spChg chg="add mod">
          <ac:chgData name="tamanna mehra" userId="8cc899f416cedc12" providerId="LiveId" clId="{072357A7-4BBA-430F-A462-6DFF77B28EC5}" dt="2026-09-22T14:07:41.564" v="6500" actId="122"/>
          <ac:spMkLst>
            <pc:docMk/>
            <pc:sldMk cId="2938206676" sldId="263"/>
            <ac:spMk id="68" creationId="{1821237D-DAA4-23CC-BDDD-78E36F8EB121}"/>
          </ac:spMkLst>
        </pc:spChg>
        <pc:picChg chg="add mod">
          <ac:chgData name="tamanna mehra" userId="8cc899f416cedc12" providerId="LiveId" clId="{072357A7-4BBA-430F-A462-6DFF77B28EC5}" dt="2026-09-22T13:29:03.259" v="5615" actId="1076"/>
          <ac:picMkLst>
            <pc:docMk/>
            <pc:sldMk cId="2938206676" sldId="263"/>
            <ac:picMk id="30" creationId="{5CD5AB80-69FD-1724-8A73-915AAE6C3E27}"/>
          </ac:picMkLst>
        </pc:picChg>
        <pc:picChg chg="add mod">
          <ac:chgData name="tamanna mehra" userId="8cc899f416cedc12" providerId="LiveId" clId="{072357A7-4BBA-430F-A462-6DFF77B28EC5}" dt="2026-09-22T13:39:01.107" v="5826" actId="1440"/>
          <ac:picMkLst>
            <pc:docMk/>
            <pc:sldMk cId="2938206676" sldId="263"/>
            <ac:picMk id="39" creationId="{8E1DDCB0-DBB4-08D1-929D-10166EF23098}"/>
          </ac:picMkLst>
        </pc:picChg>
        <pc:picChg chg="add mod">
          <ac:chgData name="tamanna mehra" userId="8cc899f416cedc12" providerId="LiveId" clId="{072357A7-4BBA-430F-A462-6DFF77B28EC5}" dt="2026-09-22T13:43:12.007" v="5937" actId="1076"/>
          <ac:picMkLst>
            <pc:docMk/>
            <pc:sldMk cId="2938206676" sldId="263"/>
            <ac:picMk id="42" creationId="{488EF203-C4E9-6EDA-4405-1EC86B46703B}"/>
          </ac:picMkLst>
        </pc:picChg>
        <pc:picChg chg="add del mod">
          <ac:chgData name="tamanna mehra" userId="8cc899f416cedc12" providerId="LiveId" clId="{072357A7-4BBA-430F-A462-6DFF77B28EC5}" dt="2026-09-22T13:45:41.991" v="5946" actId="21"/>
          <ac:picMkLst>
            <pc:docMk/>
            <pc:sldMk cId="2938206676" sldId="263"/>
            <ac:picMk id="47" creationId="{58A2F730-C57C-C4FA-0449-2114F9DBAF31}"/>
          </ac:picMkLst>
        </pc:picChg>
        <pc:picChg chg="add mod">
          <ac:chgData name="tamanna mehra" userId="8cc899f416cedc12" providerId="LiveId" clId="{072357A7-4BBA-430F-A462-6DFF77B28EC5}" dt="2026-09-22T13:46:31.667" v="5955" actId="1076"/>
          <ac:picMkLst>
            <pc:docMk/>
            <pc:sldMk cId="2938206676" sldId="263"/>
            <ac:picMk id="49" creationId="{F0462693-7EBA-E990-6931-FC919F87A769}"/>
          </ac:picMkLst>
        </pc:picChg>
        <pc:picChg chg="add mod">
          <ac:chgData name="tamanna mehra" userId="8cc899f416cedc12" providerId="LiveId" clId="{072357A7-4BBA-430F-A462-6DFF77B28EC5}" dt="2026-09-22T13:52:20.205" v="6122" actId="14100"/>
          <ac:picMkLst>
            <pc:docMk/>
            <pc:sldMk cId="2938206676" sldId="263"/>
            <ac:picMk id="54" creationId="{EBA8F055-208B-0670-788B-A8191323DC5C}"/>
          </ac:picMkLst>
        </pc:picChg>
        <pc:picChg chg="add del mod">
          <ac:chgData name="tamanna mehra" userId="8cc899f416cedc12" providerId="LiveId" clId="{072357A7-4BBA-430F-A462-6DFF77B28EC5}" dt="2026-09-22T13:57:00.610" v="6249" actId="21"/>
          <ac:picMkLst>
            <pc:docMk/>
            <pc:sldMk cId="2938206676" sldId="263"/>
            <ac:picMk id="59" creationId="{20F5DAE1-4561-5C17-7347-753E7A933242}"/>
          </ac:picMkLst>
        </pc:picChg>
        <pc:picChg chg="add mod">
          <ac:chgData name="tamanna mehra" userId="8cc899f416cedc12" providerId="LiveId" clId="{072357A7-4BBA-430F-A462-6DFF77B28EC5}" dt="2026-09-22T14:07:56.200" v="6502" actId="1076"/>
          <ac:picMkLst>
            <pc:docMk/>
            <pc:sldMk cId="2938206676" sldId="263"/>
            <ac:picMk id="62" creationId="{ED9C709B-396C-BF8C-D650-9429E3079443}"/>
          </ac:picMkLst>
        </pc:picChg>
        <pc:picChg chg="add mod">
          <ac:chgData name="tamanna mehra" userId="8cc899f416cedc12" providerId="LiveId" clId="{072357A7-4BBA-430F-A462-6DFF77B28EC5}" dt="2026-09-22T14:05:10.339" v="6407" actId="1076"/>
          <ac:picMkLst>
            <pc:docMk/>
            <pc:sldMk cId="2938206676" sldId="263"/>
            <ac:picMk id="66" creationId="{D3C9AC28-A94D-4320-5069-093720D562FD}"/>
          </ac:picMkLst>
        </pc:picChg>
      </pc:sldChg>
      <pc:sldChg chg="addSp delSp modSp new mod setBg">
        <pc:chgData name="tamanna mehra" userId="8cc899f416cedc12" providerId="LiveId" clId="{072357A7-4BBA-430F-A462-6DFF77B28EC5}" dt="2026-09-22T16:14:44.608" v="7971" actId="1076"/>
        <pc:sldMkLst>
          <pc:docMk/>
          <pc:sldMk cId="3399455703" sldId="264"/>
        </pc:sldMkLst>
        <pc:spChg chg="add mod">
          <ac:chgData name="tamanna mehra" userId="8cc899f416cedc12" providerId="LiveId" clId="{072357A7-4BBA-430F-A462-6DFF77B28EC5}" dt="2026-09-22T15:16:37.922" v="7835" actId="207"/>
          <ac:spMkLst>
            <pc:docMk/>
            <pc:sldMk cId="3399455703" sldId="264"/>
            <ac:spMk id="2" creationId="{17DEAA56-751F-C93F-8228-251D3194CEB4}"/>
          </ac:spMkLst>
        </pc:spChg>
        <pc:spChg chg="add del mod">
          <ac:chgData name="tamanna mehra" userId="8cc899f416cedc12" providerId="LiveId" clId="{072357A7-4BBA-430F-A462-6DFF77B28EC5}" dt="2026-09-22T16:14:26.994" v="7970"/>
          <ac:spMkLst>
            <pc:docMk/>
            <pc:sldMk cId="3399455703" sldId="264"/>
            <ac:spMk id="3" creationId="{9036C4B8-CD38-4B1C-285B-A4BC9D0DB4B6}"/>
          </ac:spMkLst>
        </pc:spChg>
        <pc:spChg chg="add mod">
          <ac:chgData name="tamanna mehra" userId="8cc899f416cedc12" providerId="LiveId" clId="{072357A7-4BBA-430F-A462-6DFF77B28EC5}" dt="2026-09-22T16:12:56.923" v="7962" actId="113"/>
          <ac:spMkLst>
            <pc:docMk/>
            <pc:sldMk cId="3399455703" sldId="264"/>
            <ac:spMk id="5" creationId="{786E002B-87F2-689E-A5FC-50AF41CD344D}"/>
          </ac:spMkLst>
        </pc:spChg>
        <pc:spChg chg="add del mod">
          <ac:chgData name="tamanna mehra" userId="8cc899f416cedc12" providerId="LiveId" clId="{072357A7-4BBA-430F-A462-6DFF77B28EC5}" dt="2026-09-22T15:19:43.439" v="7843"/>
          <ac:spMkLst>
            <pc:docMk/>
            <pc:sldMk cId="3399455703" sldId="264"/>
            <ac:spMk id="6" creationId="{842FCE24-83C7-8D66-34B7-F7195E287308}"/>
          </ac:spMkLst>
        </pc:spChg>
        <pc:spChg chg="add mod">
          <ac:chgData name="tamanna mehra" userId="8cc899f416cedc12" providerId="LiveId" clId="{072357A7-4BBA-430F-A462-6DFF77B28EC5}" dt="2026-09-22T15:23:46.788" v="7951" actId="1076"/>
          <ac:spMkLst>
            <pc:docMk/>
            <pc:sldMk cId="3399455703" sldId="264"/>
            <ac:spMk id="7" creationId="{84482038-AA38-F53F-FE28-E6506971DF7A}"/>
          </ac:spMkLst>
        </pc:spChg>
        <pc:spChg chg="add mod">
          <ac:chgData name="tamanna mehra" userId="8cc899f416cedc12" providerId="LiveId" clId="{072357A7-4BBA-430F-A462-6DFF77B28EC5}" dt="2026-09-22T15:23:56.212" v="7953" actId="1076"/>
          <ac:spMkLst>
            <pc:docMk/>
            <pc:sldMk cId="3399455703" sldId="264"/>
            <ac:spMk id="8" creationId="{05A0DDB0-7733-2C7F-BB35-921DB229C8E4}"/>
          </ac:spMkLst>
        </pc:spChg>
        <pc:picChg chg="add mod">
          <ac:chgData name="tamanna mehra" userId="8cc899f416cedc12" providerId="LiveId" clId="{072357A7-4BBA-430F-A462-6DFF77B28EC5}" dt="2026-09-22T16:14:44.608" v="7971" actId="1076"/>
          <ac:picMkLst>
            <pc:docMk/>
            <pc:sldMk cId="3399455703" sldId="264"/>
            <ac:picMk id="9" creationId="{19C69F31-2EA4-4738-0AF5-52FB8F83C5C0}"/>
          </ac:picMkLst>
        </pc:picChg>
        <pc:cxnChg chg="add mod">
          <ac:chgData name="tamanna mehra" userId="8cc899f416cedc12" providerId="LiveId" clId="{072357A7-4BBA-430F-A462-6DFF77B28EC5}" dt="2026-09-22T15:16:58.969" v="7838" actId="692"/>
          <ac:cxnSpMkLst>
            <pc:docMk/>
            <pc:sldMk cId="3399455703" sldId="264"/>
            <ac:cxnSpMk id="4" creationId="{B8A9F332-E137-1B62-BEF6-FC2A3744993A}"/>
          </ac:cxnSpMkLst>
        </pc:cxnChg>
      </pc:sldChg>
      <pc:sldChg chg="new setBg">
        <pc:chgData name="tamanna mehra" userId="8cc899f416cedc12" providerId="LiveId" clId="{072357A7-4BBA-430F-A462-6DFF77B28EC5}" dt="2026-09-22T15:24:09.158" v="7955"/>
        <pc:sldMkLst>
          <pc:docMk/>
          <pc:sldMk cId="97400763" sldId="26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AB45C9-94CB-4C33-8C22-8BEADEE4D848}" type="doc">
      <dgm:prSet loTypeId="urn:microsoft.com/office/officeart/2005/8/layout/hProcess7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7D3358-3DD5-47C4-A245-465FB2104F8B}">
      <dgm:prSet phldrT="[Text]" phldr="0"/>
      <dgm:spPr/>
      <dgm:t>
        <a:bodyPr/>
        <a:lstStyle/>
        <a:p>
          <a:endParaRPr lang="en-IN"/>
        </a:p>
      </dgm:t>
    </dgm:pt>
    <dgm:pt modelId="{099EE654-9914-4701-ACC7-E6A806A8CAB0}" type="parTrans" cxnId="{8FEFBCEE-4102-4F42-8035-2C2021181065}">
      <dgm:prSet/>
      <dgm:spPr/>
      <dgm:t>
        <a:bodyPr/>
        <a:lstStyle/>
        <a:p>
          <a:endParaRPr lang="en-IN"/>
        </a:p>
      </dgm:t>
    </dgm:pt>
    <dgm:pt modelId="{F86E7B15-08A4-4051-A40E-82D9FB45DF98}" type="sibTrans" cxnId="{8FEFBCEE-4102-4F42-8035-2C2021181065}">
      <dgm:prSet/>
      <dgm:spPr/>
      <dgm:t>
        <a:bodyPr/>
        <a:lstStyle/>
        <a:p>
          <a:endParaRPr lang="en-IN"/>
        </a:p>
      </dgm:t>
    </dgm:pt>
    <dgm:pt modelId="{CA86DEB2-0D30-4E95-BAA1-33782DE400F1}">
      <dgm:prSet phldrT="[Text]" phldr="0" custT="1"/>
      <dgm:spPr/>
      <dgm:t>
        <a:bodyPr/>
        <a:lstStyle/>
        <a:p>
          <a:endParaRPr lang="en-IN" sz="2000"/>
        </a:p>
        <a:p>
          <a:r>
            <a:rPr lang="en-IN" sz="2000"/>
            <a:t>Time Saving &amp; Automated</a:t>
          </a:r>
        </a:p>
      </dgm:t>
    </dgm:pt>
    <dgm:pt modelId="{887BA688-ADAA-42F4-BD63-5EBBC1924987}" type="parTrans" cxnId="{1F75790C-9272-41AE-AEFD-FCAFAF42F048}">
      <dgm:prSet/>
      <dgm:spPr/>
      <dgm:t>
        <a:bodyPr/>
        <a:lstStyle/>
        <a:p>
          <a:endParaRPr lang="en-IN"/>
        </a:p>
      </dgm:t>
    </dgm:pt>
    <dgm:pt modelId="{95D78ACF-7A53-4904-8575-8CA533013929}" type="sibTrans" cxnId="{1F75790C-9272-41AE-AEFD-FCAFAF42F048}">
      <dgm:prSet/>
      <dgm:spPr/>
      <dgm:t>
        <a:bodyPr/>
        <a:lstStyle/>
        <a:p>
          <a:endParaRPr lang="en-IN"/>
        </a:p>
      </dgm:t>
    </dgm:pt>
    <dgm:pt modelId="{C30BB054-19F4-4C75-9320-25A2CFDA93B6}">
      <dgm:prSet phldrT="[Text]" phldr="0" custT="1"/>
      <dgm:spPr/>
      <dgm:t>
        <a:bodyPr/>
        <a:lstStyle/>
        <a:p>
          <a:endParaRPr lang="en-IN" sz="2000"/>
        </a:p>
        <a:p>
          <a:r>
            <a:rPr lang="en-IN" sz="2000"/>
            <a:t>User Friendly Interface</a:t>
          </a:r>
        </a:p>
      </dgm:t>
    </dgm:pt>
    <dgm:pt modelId="{FA286D5E-C37B-4716-963E-76F8988069CF}" type="parTrans" cxnId="{945DC7B6-9E17-4453-BEF2-A52236CA523B}">
      <dgm:prSet/>
      <dgm:spPr/>
      <dgm:t>
        <a:bodyPr/>
        <a:lstStyle/>
        <a:p>
          <a:endParaRPr lang="en-IN"/>
        </a:p>
      </dgm:t>
    </dgm:pt>
    <dgm:pt modelId="{FD834A41-4516-492C-AB17-5B50F9466EB0}" type="sibTrans" cxnId="{945DC7B6-9E17-4453-BEF2-A52236CA523B}">
      <dgm:prSet/>
      <dgm:spPr/>
      <dgm:t>
        <a:bodyPr/>
        <a:lstStyle/>
        <a:p>
          <a:endParaRPr lang="en-IN"/>
        </a:p>
      </dgm:t>
    </dgm:pt>
    <dgm:pt modelId="{E4229109-7200-4590-9340-DDAD5222CC6C}">
      <dgm:prSet phldrT="[Text]" phldr="0"/>
      <dgm:spPr/>
      <dgm:t>
        <a:bodyPr/>
        <a:lstStyle/>
        <a:p>
          <a:r>
            <a:rPr lang="en-IN"/>
            <a:t> </a:t>
          </a:r>
        </a:p>
        <a:p>
          <a:endParaRPr lang="en-IN"/>
        </a:p>
      </dgm:t>
    </dgm:pt>
    <dgm:pt modelId="{1DFF2F1F-6A52-46AE-828F-3A357CE0A851}" type="parTrans" cxnId="{F8CD70E9-943B-464D-9AB9-2BBBC11B7628}">
      <dgm:prSet/>
      <dgm:spPr/>
      <dgm:t>
        <a:bodyPr/>
        <a:lstStyle/>
        <a:p>
          <a:endParaRPr lang="en-IN"/>
        </a:p>
      </dgm:t>
    </dgm:pt>
    <dgm:pt modelId="{1F7927C5-0C63-4178-BC41-4F9C155AA858}" type="sibTrans" cxnId="{F8CD70E9-943B-464D-9AB9-2BBBC11B7628}">
      <dgm:prSet/>
      <dgm:spPr/>
      <dgm:t>
        <a:bodyPr/>
        <a:lstStyle/>
        <a:p>
          <a:endParaRPr lang="en-IN"/>
        </a:p>
      </dgm:t>
    </dgm:pt>
    <dgm:pt modelId="{3D9EE1AA-2212-4264-B53A-C98F0D86EDD7}">
      <dgm:prSet phldrT="[Text]" phldr="0" custT="1"/>
      <dgm:spPr/>
      <dgm:t>
        <a:bodyPr/>
        <a:lstStyle/>
        <a:p>
          <a:endParaRPr lang="en-IN" sz="2000"/>
        </a:p>
        <a:p>
          <a:r>
            <a:rPr lang="en-IN" sz="2000"/>
            <a:t>Instant Result &amp; History</a:t>
          </a:r>
        </a:p>
        <a:p>
          <a:endParaRPr lang="en-IN" sz="2000"/>
        </a:p>
      </dgm:t>
    </dgm:pt>
    <dgm:pt modelId="{81E5BFD0-3572-4998-8369-3A9C0FD413DD}" type="parTrans" cxnId="{BA6C8608-C93F-46FB-9940-F32AA6D2BE1C}">
      <dgm:prSet/>
      <dgm:spPr/>
      <dgm:t>
        <a:bodyPr/>
        <a:lstStyle/>
        <a:p>
          <a:endParaRPr lang="en-IN"/>
        </a:p>
      </dgm:t>
    </dgm:pt>
    <dgm:pt modelId="{920BE53D-AEB0-4A61-8207-42CA121AA031}" type="sibTrans" cxnId="{BA6C8608-C93F-46FB-9940-F32AA6D2BE1C}">
      <dgm:prSet/>
      <dgm:spPr/>
      <dgm:t>
        <a:bodyPr/>
        <a:lstStyle/>
        <a:p>
          <a:endParaRPr lang="en-IN"/>
        </a:p>
      </dgm:t>
    </dgm:pt>
    <dgm:pt modelId="{00FC5CAF-D64D-448B-8863-80964A2AE6FD}">
      <dgm:prSet phldrT="[Text]" phldr="0"/>
      <dgm:spPr/>
      <dgm:t>
        <a:bodyPr/>
        <a:lstStyle/>
        <a:p>
          <a:r>
            <a:rPr lang="en-IN"/>
            <a:t>  </a:t>
          </a:r>
        </a:p>
        <a:p>
          <a:endParaRPr lang="en-IN"/>
        </a:p>
      </dgm:t>
    </dgm:pt>
    <dgm:pt modelId="{20B066E4-6F05-4699-BDC9-505F5C553CDB}" type="sibTrans" cxnId="{8719FACF-8C2E-4D37-846D-BB71DA7A9AE3}">
      <dgm:prSet/>
      <dgm:spPr/>
      <dgm:t>
        <a:bodyPr/>
        <a:lstStyle/>
        <a:p>
          <a:endParaRPr lang="en-IN"/>
        </a:p>
      </dgm:t>
    </dgm:pt>
    <dgm:pt modelId="{0105D151-A583-47EF-A7B9-C8ADC0CE8336}" type="parTrans" cxnId="{8719FACF-8C2E-4D37-846D-BB71DA7A9AE3}">
      <dgm:prSet/>
      <dgm:spPr/>
      <dgm:t>
        <a:bodyPr/>
        <a:lstStyle/>
        <a:p>
          <a:endParaRPr lang="en-IN"/>
        </a:p>
      </dgm:t>
    </dgm:pt>
    <dgm:pt modelId="{CB25F9F8-914E-438A-B67C-4628A3A7B5F4}" type="pres">
      <dgm:prSet presAssocID="{2AAB45C9-94CB-4C33-8C22-8BEADEE4D848}" presName="Name0" presStyleCnt="0">
        <dgm:presLayoutVars>
          <dgm:dir/>
          <dgm:animLvl val="lvl"/>
          <dgm:resizeHandles val="exact"/>
        </dgm:presLayoutVars>
      </dgm:prSet>
      <dgm:spPr/>
    </dgm:pt>
    <dgm:pt modelId="{379A99E0-47EF-45FB-9358-36F595147B01}" type="pres">
      <dgm:prSet presAssocID="{517D3358-3DD5-47C4-A245-465FB2104F8B}" presName="compositeNode" presStyleCnt="0">
        <dgm:presLayoutVars>
          <dgm:bulletEnabled val="1"/>
        </dgm:presLayoutVars>
      </dgm:prSet>
      <dgm:spPr/>
    </dgm:pt>
    <dgm:pt modelId="{E612E30F-B2C4-4CBE-96C9-605B44CDBE74}" type="pres">
      <dgm:prSet presAssocID="{517D3358-3DD5-47C4-A245-465FB2104F8B}" presName="bgRect" presStyleLbl="node1" presStyleIdx="0" presStyleCnt="3" custScaleY="57224"/>
      <dgm:spPr/>
    </dgm:pt>
    <dgm:pt modelId="{04942DE2-E67B-4C9B-9245-11209E5AB8A4}" type="pres">
      <dgm:prSet presAssocID="{517D3358-3DD5-47C4-A245-465FB2104F8B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25FF059B-8334-4C58-BD13-AB914DA099D3}" type="pres">
      <dgm:prSet presAssocID="{517D3358-3DD5-47C4-A245-465FB2104F8B}" presName="childNode" presStyleLbl="node1" presStyleIdx="0" presStyleCnt="3">
        <dgm:presLayoutVars>
          <dgm:bulletEnabled val="1"/>
        </dgm:presLayoutVars>
      </dgm:prSet>
      <dgm:spPr/>
    </dgm:pt>
    <dgm:pt modelId="{363CE2D2-E042-4E8E-B887-940A79FB083C}" type="pres">
      <dgm:prSet presAssocID="{F86E7B15-08A4-4051-A40E-82D9FB45DF98}" presName="hSp" presStyleCnt="0"/>
      <dgm:spPr/>
    </dgm:pt>
    <dgm:pt modelId="{0D4E5BDE-1FF6-4DE9-AC39-9EE9EB70F44E}" type="pres">
      <dgm:prSet presAssocID="{F86E7B15-08A4-4051-A40E-82D9FB45DF98}" presName="vProcSp" presStyleCnt="0"/>
      <dgm:spPr/>
    </dgm:pt>
    <dgm:pt modelId="{F2EFCD3C-4F18-4158-8A84-359513EEA868}" type="pres">
      <dgm:prSet presAssocID="{F86E7B15-08A4-4051-A40E-82D9FB45DF98}" presName="vSp1" presStyleCnt="0"/>
      <dgm:spPr/>
    </dgm:pt>
    <dgm:pt modelId="{2B211AF5-7937-4DDD-A605-19B5D097618B}" type="pres">
      <dgm:prSet presAssocID="{F86E7B15-08A4-4051-A40E-82D9FB45DF98}" presName="simulatedConn" presStyleLbl="solidFgAcc1" presStyleIdx="0" presStyleCnt="2" custLinFactY="-279644" custLinFactNeighborX="-3972" custLinFactNeighborY="-300000"/>
      <dgm:spPr/>
    </dgm:pt>
    <dgm:pt modelId="{E9D785C4-035A-4852-BAC0-1EC6E11EEB76}" type="pres">
      <dgm:prSet presAssocID="{F86E7B15-08A4-4051-A40E-82D9FB45DF98}" presName="vSp2" presStyleCnt="0"/>
      <dgm:spPr/>
    </dgm:pt>
    <dgm:pt modelId="{87B2AD32-AA2C-4D9B-A3DA-CED21B0096C3}" type="pres">
      <dgm:prSet presAssocID="{F86E7B15-08A4-4051-A40E-82D9FB45DF98}" presName="sibTrans" presStyleCnt="0"/>
      <dgm:spPr/>
    </dgm:pt>
    <dgm:pt modelId="{E7515533-8CDA-4516-8A18-C67BFC86641A}" type="pres">
      <dgm:prSet presAssocID="{00FC5CAF-D64D-448B-8863-80964A2AE6FD}" presName="compositeNode" presStyleCnt="0">
        <dgm:presLayoutVars>
          <dgm:bulletEnabled val="1"/>
        </dgm:presLayoutVars>
      </dgm:prSet>
      <dgm:spPr/>
    </dgm:pt>
    <dgm:pt modelId="{7CC4F381-E892-42CA-AD2C-E8EB2C8ED07D}" type="pres">
      <dgm:prSet presAssocID="{00FC5CAF-D64D-448B-8863-80964A2AE6FD}" presName="bgRect" presStyleLbl="node1" presStyleIdx="1" presStyleCnt="3" custScaleY="58614" custLinFactNeighborY="0"/>
      <dgm:spPr/>
    </dgm:pt>
    <dgm:pt modelId="{CB28341A-FEEA-4B10-AEE1-1083787B391A}" type="pres">
      <dgm:prSet presAssocID="{00FC5CAF-D64D-448B-8863-80964A2AE6FD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326F4A24-902E-4AE6-830C-66BA67489FA9}" type="pres">
      <dgm:prSet presAssocID="{00FC5CAF-D64D-448B-8863-80964A2AE6FD}" presName="childNode" presStyleLbl="node1" presStyleIdx="1" presStyleCnt="3">
        <dgm:presLayoutVars>
          <dgm:bulletEnabled val="1"/>
        </dgm:presLayoutVars>
      </dgm:prSet>
      <dgm:spPr/>
    </dgm:pt>
    <dgm:pt modelId="{E8764908-B82F-4EF8-A005-E6D63D9663D0}" type="pres">
      <dgm:prSet presAssocID="{20B066E4-6F05-4699-BDC9-505F5C553CDB}" presName="hSp" presStyleCnt="0"/>
      <dgm:spPr/>
    </dgm:pt>
    <dgm:pt modelId="{BB68A086-4D14-4CA1-9B6A-BE2C829B6BF6}" type="pres">
      <dgm:prSet presAssocID="{20B066E4-6F05-4699-BDC9-505F5C553CDB}" presName="vProcSp" presStyleCnt="0"/>
      <dgm:spPr/>
    </dgm:pt>
    <dgm:pt modelId="{AFA81DF6-49F2-444C-A5F2-4347EE14B478}" type="pres">
      <dgm:prSet presAssocID="{20B066E4-6F05-4699-BDC9-505F5C553CDB}" presName="vSp1" presStyleCnt="0"/>
      <dgm:spPr/>
    </dgm:pt>
    <dgm:pt modelId="{E41378BE-304C-485A-B0FF-C9E5B6B31937}" type="pres">
      <dgm:prSet presAssocID="{20B066E4-6F05-4699-BDC9-505F5C553CDB}" presName="simulatedConn" presStyleLbl="solidFgAcc1" presStyleIdx="1" presStyleCnt="2" custLinFactY="-279644" custLinFactNeighborX="3972" custLinFactNeighborY="-300000"/>
      <dgm:spPr/>
    </dgm:pt>
    <dgm:pt modelId="{3268CFB7-6F73-4DB4-B104-9A91734571E5}" type="pres">
      <dgm:prSet presAssocID="{20B066E4-6F05-4699-BDC9-505F5C553CDB}" presName="vSp2" presStyleCnt="0"/>
      <dgm:spPr/>
    </dgm:pt>
    <dgm:pt modelId="{918678FA-6175-4550-BA3F-831C85419E80}" type="pres">
      <dgm:prSet presAssocID="{20B066E4-6F05-4699-BDC9-505F5C553CDB}" presName="sibTrans" presStyleCnt="0"/>
      <dgm:spPr/>
    </dgm:pt>
    <dgm:pt modelId="{7AA0935A-D5C6-4F15-B942-6F74B158B927}" type="pres">
      <dgm:prSet presAssocID="{E4229109-7200-4590-9340-DDAD5222CC6C}" presName="compositeNode" presStyleCnt="0">
        <dgm:presLayoutVars>
          <dgm:bulletEnabled val="1"/>
        </dgm:presLayoutVars>
      </dgm:prSet>
      <dgm:spPr/>
    </dgm:pt>
    <dgm:pt modelId="{4CC87C81-185A-4C3E-BBFE-5521CAE89DB9}" type="pres">
      <dgm:prSet presAssocID="{E4229109-7200-4590-9340-DDAD5222CC6C}" presName="bgRect" presStyleLbl="node1" presStyleIdx="2" presStyleCnt="3" custScaleY="59351"/>
      <dgm:spPr/>
    </dgm:pt>
    <dgm:pt modelId="{2D208B3E-26FF-4BBD-8FB8-589BF60A1C0D}" type="pres">
      <dgm:prSet presAssocID="{E4229109-7200-4590-9340-DDAD5222CC6C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75D57901-1EDF-472A-A6BC-2E2A0338892A}" type="pres">
      <dgm:prSet presAssocID="{E4229109-7200-4590-9340-DDAD5222CC6C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BA6C8608-C93F-46FB-9940-F32AA6D2BE1C}" srcId="{E4229109-7200-4590-9340-DDAD5222CC6C}" destId="{3D9EE1AA-2212-4264-B53A-C98F0D86EDD7}" srcOrd="0" destOrd="0" parTransId="{81E5BFD0-3572-4998-8369-3A9C0FD413DD}" sibTransId="{920BE53D-AEB0-4A61-8207-42CA121AA031}"/>
    <dgm:cxn modelId="{1F75790C-9272-41AE-AEFD-FCAFAF42F048}" srcId="{517D3358-3DD5-47C4-A245-465FB2104F8B}" destId="{CA86DEB2-0D30-4E95-BAA1-33782DE400F1}" srcOrd="0" destOrd="0" parTransId="{887BA688-ADAA-42F4-BD63-5EBBC1924987}" sibTransId="{95D78ACF-7A53-4904-8575-8CA533013929}"/>
    <dgm:cxn modelId="{EEBBC319-3ECC-428A-8FEC-CF4F24E12CDB}" type="presOf" srcId="{E4229109-7200-4590-9340-DDAD5222CC6C}" destId="{2D208B3E-26FF-4BBD-8FB8-589BF60A1C0D}" srcOrd="1" destOrd="0" presId="urn:microsoft.com/office/officeart/2005/8/layout/hProcess7"/>
    <dgm:cxn modelId="{F06C281D-095F-4086-9B39-C32DEDD2E92A}" type="presOf" srcId="{2AAB45C9-94CB-4C33-8C22-8BEADEE4D848}" destId="{CB25F9F8-914E-438A-B67C-4628A3A7B5F4}" srcOrd="0" destOrd="0" presId="urn:microsoft.com/office/officeart/2005/8/layout/hProcess7"/>
    <dgm:cxn modelId="{5E27F347-3EE5-4482-B098-EAC144E9D583}" type="presOf" srcId="{E4229109-7200-4590-9340-DDAD5222CC6C}" destId="{4CC87C81-185A-4C3E-BBFE-5521CAE89DB9}" srcOrd="0" destOrd="0" presId="urn:microsoft.com/office/officeart/2005/8/layout/hProcess7"/>
    <dgm:cxn modelId="{DD0F8471-A2FA-4195-85C7-CF66EECE5E52}" type="presOf" srcId="{517D3358-3DD5-47C4-A245-465FB2104F8B}" destId="{04942DE2-E67B-4C9B-9245-11209E5AB8A4}" srcOrd="1" destOrd="0" presId="urn:microsoft.com/office/officeart/2005/8/layout/hProcess7"/>
    <dgm:cxn modelId="{6FF8CC7D-B464-47E0-9A2D-6E791558193B}" type="presOf" srcId="{517D3358-3DD5-47C4-A245-465FB2104F8B}" destId="{E612E30F-B2C4-4CBE-96C9-605B44CDBE74}" srcOrd="0" destOrd="0" presId="urn:microsoft.com/office/officeart/2005/8/layout/hProcess7"/>
    <dgm:cxn modelId="{80B90584-F6E3-4FCA-915A-C4F515D8B99F}" type="presOf" srcId="{00FC5CAF-D64D-448B-8863-80964A2AE6FD}" destId="{7CC4F381-E892-42CA-AD2C-E8EB2C8ED07D}" srcOrd="0" destOrd="0" presId="urn:microsoft.com/office/officeart/2005/8/layout/hProcess7"/>
    <dgm:cxn modelId="{2CDCC088-AE7B-4484-8081-533E189CB7C0}" type="presOf" srcId="{C30BB054-19F4-4C75-9320-25A2CFDA93B6}" destId="{326F4A24-902E-4AE6-830C-66BA67489FA9}" srcOrd="0" destOrd="0" presId="urn:microsoft.com/office/officeart/2005/8/layout/hProcess7"/>
    <dgm:cxn modelId="{FC76DF8E-86E4-42BF-8A36-A08B03B32FC7}" type="presOf" srcId="{3D9EE1AA-2212-4264-B53A-C98F0D86EDD7}" destId="{75D57901-1EDF-472A-A6BC-2E2A0338892A}" srcOrd="0" destOrd="0" presId="urn:microsoft.com/office/officeart/2005/8/layout/hProcess7"/>
    <dgm:cxn modelId="{945DC7B6-9E17-4453-BEF2-A52236CA523B}" srcId="{00FC5CAF-D64D-448B-8863-80964A2AE6FD}" destId="{C30BB054-19F4-4C75-9320-25A2CFDA93B6}" srcOrd="0" destOrd="0" parTransId="{FA286D5E-C37B-4716-963E-76F8988069CF}" sibTransId="{FD834A41-4516-492C-AB17-5B50F9466EB0}"/>
    <dgm:cxn modelId="{1B71E2CE-81F7-4701-A97C-22912C308F39}" type="presOf" srcId="{CA86DEB2-0D30-4E95-BAA1-33782DE400F1}" destId="{25FF059B-8334-4C58-BD13-AB914DA099D3}" srcOrd="0" destOrd="0" presId="urn:microsoft.com/office/officeart/2005/8/layout/hProcess7"/>
    <dgm:cxn modelId="{8719FACF-8C2E-4D37-846D-BB71DA7A9AE3}" srcId="{2AAB45C9-94CB-4C33-8C22-8BEADEE4D848}" destId="{00FC5CAF-D64D-448B-8863-80964A2AE6FD}" srcOrd="1" destOrd="0" parTransId="{0105D151-A583-47EF-A7B9-C8ADC0CE8336}" sibTransId="{20B066E4-6F05-4699-BDC9-505F5C553CDB}"/>
    <dgm:cxn modelId="{264AC9DE-481D-4921-AAF4-13B4EE6AFEB1}" type="presOf" srcId="{00FC5CAF-D64D-448B-8863-80964A2AE6FD}" destId="{CB28341A-FEEA-4B10-AEE1-1083787B391A}" srcOrd="1" destOrd="0" presId="urn:microsoft.com/office/officeart/2005/8/layout/hProcess7"/>
    <dgm:cxn modelId="{F8CD70E9-943B-464D-9AB9-2BBBC11B7628}" srcId="{2AAB45C9-94CB-4C33-8C22-8BEADEE4D848}" destId="{E4229109-7200-4590-9340-DDAD5222CC6C}" srcOrd="2" destOrd="0" parTransId="{1DFF2F1F-6A52-46AE-828F-3A357CE0A851}" sibTransId="{1F7927C5-0C63-4178-BC41-4F9C155AA858}"/>
    <dgm:cxn modelId="{8FEFBCEE-4102-4F42-8035-2C2021181065}" srcId="{2AAB45C9-94CB-4C33-8C22-8BEADEE4D848}" destId="{517D3358-3DD5-47C4-A245-465FB2104F8B}" srcOrd="0" destOrd="0" parTransId="{099EE654-9914-4701-ACC7-E6A806A8CAB0}" sibTransId="{F86E7B15-08A4-4051-A40E-82D9FB45DF98}"/>
    <dgm:cxn modelId="{6396B7F3-3671-4FF9-A0DC-8B2BA607F856}" type="presParOf" srcId="{CB25F9F8-914E-438A-B67C-4628A3A7B5F4}" destId="{379A99E0-47EF-45FB-9358-36F595147B01}" srcOrd="0" destOrd="0" presId="urn:microsoft.com/office/officeart/2005/8/layout/hProcess7"/>
    <dgm:cxn modelId="{805852A1-590D-4E04-B9DA-56C2BBE417AD}" type="presParOf" srcId="{379A99E0-47EF-45FB-9358-36F595147B01}" destId="{E612E30F-B2C4-4CBE-96C9-605B44CDBE74}" srcOrd="0" destOrd="0" presId="urn:microsoft.com/office/officeart/2005/8/layout/hProcess7"/>
    <dgm:cxn modelId="{F8A1123F-6EDD-4B00-B1B2-F80D363800EE}" type="presParOf" srcId="{379A99E0-47EF-45FB-9358-36F595147B01}" destId="{04942DE2-E67B-4C9B-9245-11209E5AB8A4}" srcOrd="1" destOrd="0" presId="urn:microsoft.com/office/officeart/2005/8/layout/hProcess7"/>
    <dgm:cxn modelId="{CEE1F8D7-8E1B-4907-B3B1-DAC77332192F}" type="presParOf" srcId="{379A99E0-47EF-45FB-9358-36F595147B01}" destId="{25FF059B-8334-4C58-BD13-AB914DA099D3}" srcOrd="2" destOrd="0" presId="urn:microsoft.com/office/officeart/2005/8/layout/hProcess7"/>
    <dgm:cxn modelId="{103E9943-9CDD-4982-89AB-8E14DC3F756C}" type="presParOf" srcId="{CB25F9F8-914E-438A-B67C-4628A3A7B5F4}" destId="{363CE2D2-E042-4E8E-B887-940A79FB083C}" srcOrd="1" destOrd="0" presId="urn:microsoft.com/office/officeart/2005/8/layout/hProcess7"/>
    <dgm:cxn modelId="{18C7740C-5DC8-488B-BE15-B05E7FBEAAD5}" type="presParOf" srcId="{CB25F9F8-914E-438A-B67C-4628A3A7B5F4}" destId="{0D4E5BDE-1FF6-4DE9-AC39-9EE9EB70F44E}" srcOrd="2" destOrd="0" presId="urn:microsoft.com/office/officeart/2005/8/layout/hProcess7"/>
    <dgm:cxn modelId="{9B1CE61A-F58C-4B0C-99B4-8916E1978B02}" type="presParOf" srcId="{0D4E5BDE-1FF6-4DE9-AC39-9EE9EB70F44E}" destId="{F2EFCD3C-4F18-4158-8A84-359513EEA868}" srcOrd="0" destOrd="0" presId="urn:microsoft.com/office/officeart/2005/8/layout/hProcess7"/>
    <dgm:cxn modelId="{0FABE85B-F58C-4154-95F6-17546994889E}" type="presParOf" srcId="{0D4E5BDE-1FF6-4DE9-AC39-9EE9EB70F44E}" destId="{2B211AF5-7937-4DDD-A605-19B5D097618B}" srcOrd="1" destOrd="0" presId="urn:microsoft.com/office/officeart/2005/8/layout/hProcess7"/>
    <dgm:cxn modelId="{9CC04650-E607-4992-AD0F-B84516F18079}" type="presParOf" srcId="{0D4E5BDE-1FF6-4DE9-AC39-9EE9EB70F44E}" destId="{E9D785C4-035A-4852-BAC0-1EC6E11EEB76}" srcOrd="2" destOrd="0" presId="urn:microsoft.com/office/officeart/2005/8/layout/hProcess7"/>
    <dgm:cxn modelId="{E350CBE1-0F71-422B-B896-4958AA0C8FCF}" type="presParOf" srcId="{CB25F9F8-914E-438A-B67C-4628A3A7B5F4}" destId="{87B2AD32-AA2C-4D9B-A3DA-CED21B0096C3}" srcOrd="3" destOrd="0" presId="urn:microsoft.com/office/officeart/2005/8/layout/hProcess7"/>
    <dgm:cxn modelId="{7BB6A892-EA6A-4898-BA52-F9FD211E424F}" type="presParOf" srcId="{CB25F9F8-914E-438A-B67C-4628A3A7B5F4}" destId="{E7515533-8CDA-4516-8A18-C67BFC86641A}" srcOrd="4" destOrd="0" presId="urn:microsoft.com/office/officeart/2005/8/layout/hProcess7"/>
    <dgm:cxn modelId="{FCE49B1C-A86D-4E23-B13A-3EABC618B669}" type="presParOf" srcId="{E7515533-8CDA-4516-8A18-C67BFC86641A}" destId="{7CC4F381-E892-42CA-AD2C-E8EB2C8ED07D}" srcOrd="0" destOrd="0" presId="urn:microsoft.com/office/officeart/2005/8/layout/hProcess7"/>
    <dgm:cxn modelId="{59985079-FD51-45AC-A132-D270B2B1815F}" type="presParOf" srcId="{E7515533-8CDA-4516-8A18-C67BFC86641A}" destId="{CB28341A-FEEA-4B10-AEE1-1083787B391A}" srcOrd="1" destOrd="0" presId="urn:microsoft.com/office/officeart/2005/8/layout/hProcess7"/>
    <dgm:cxn modelId="{15554742-258A-45CA-9639-86649CC86F3D}" type="presParOf" srcId="{E7515533-8CDA-4516-8A18-C67BFC86641A}" destId="{326F4A24-902E-4AE6-830C-66BA67489FA9}" srcOrd="2" destOrd="0" presId="urn:microsoft.com/office/officeart/2005/8/layout/hProcess7"/>
    <dgm:cxn modelId="{7973E521-AFBF-45F7-98F9-5E55AFD60435}" type="presParOf" srcId="{CB25F9F8-914E-438A-B67C-4628A3A7B5F4}" destId="{E8764908-B82F-4EF8-A005-E6D63D9663D0}" srcOrd="5" destOrd="0" presId="urn:microsoft.com/office/officeart/2005/8/layout/hProcess7"/>
    <dgm:cxn modelId="{8C69A7AB-9FFC-4F2D-98C7-C3CA29EDEF30}" type="presParOf" srcId="{CB25F9F8-914E-438A-B67C-4628A3A7B5F4}" destId="{BB68A086-4D14-4CA1-9B6A-BE2C829B6BF6}" srcOrd="6" destOrd="0" presId="urn:microsoft.com/office/officeart/2005/8/layout/hProcess7"/>
    <dgm:cxn modelId="{A6293634-9B55-45DC-8C8A-B42C583B5F1E}" type="presParOf" srcId="{BB68A086-4D14-4CA1-9B6A-BE2C829B6BF6}" destId="{AFA81DF6-49F2-444C-A5F2-4347EE14B478}" srcOrd="0" destOrd="0" presId="urn:microsoft.com/office/officeart/2005/8/layout/hProcess7"/>
    <dgm:cxn modelId="{7E32C53A-E64D-4F4E-9BC5-7EAFC06EF0FF}" type="presParOf" srcId="{BB68A086-4D14-4CA1-9B6A-BE2C829B6BF6}" destId="{E41378BE-304C-485A-B0FF-C9E5B6B31937}" srcOrd="1" destOrd="0" presId="urn:microsoft.com/office/officeart/2005/8/layout/hProcess7"/>
    <dgm:cxn modelId="{16AB6069-ED29-4F5A-9EB9-10AEECF2FDB0}" type="presParOf" srcId="{BB68A086-4D14-4CA1-9B6A-BE2C829B6BF6}" destId="{3268CFB7-6F73-4DB4-B104-9A91734571E5}" srcOrd="2" destOrd="0" presId="urn:microsoft.com/office/officeart/2005/8/layout/hProcess7"/>
    <dgm:cxn modelId="{D2158115-9270-4F2F-9D92-945B83570C73}" type="presParOf" srcId="{CB25F9F8-914E-438A-B67C-4628A3A7B5F4}" destId="{918678FA-6175-4550-BA3F-831C85419E80}" srcOrd="7" destOrd="0" presId="urn:microsoft.com/office/officeart/2005/8/layout/hProcess7"/>
    <dgm:cxn modelId="{2020607A-38B0-4D8A-9621-8C228FAEF6BE}" type="presParOf" srcId="{CB25F9F8-914E-438A-B67C-4628A3A7B5F4}" destId="{7AA0935A-D5C6-4F15-B942-6F74B158B927}" srcOrd="8" destOrd="0" presId="urn:microsoft.com/office/officeart/2005/8/layout/hProcess7"/>
    <dgm:cxn modelId="{A4A28C00-0BE4-4609-8875-C8F2654A7A10}" type="presParOf" srcId="{7AA0935A-D5C6-4F15-B942-6F74B158B927}" destId="{4CC87C81-185A-4C3E-BBFE-5521CAE89DB9}" srcOrd="0" destOrd="0" presId="urn:microsoft.com/office/officeart/2005/8/layout/hProcess7"/>
    <dgm:cxn modelId="{B3752CF9-4CC4-4431-9D79-2EF565357041}" type="presParOf" srcId="{7AA0935A-D5C6-4F15-B942-6F74B158B927}" destId="{2D208B3E-26FF-4BBD-8FB8-589BF60A1C0D}" srcOrd="1" destOrd="0" presId="urn:microsoft.com/office/officeart/2005/8/layout/hProcess7"/>
    <dgm:cxn modelId="{5E76B645-3C9C-4AA0-A583-D0AB4231E031}" type="presParOf" srcId="{7AA0935A-D5C6-4F15-B942-6F74B158B927}" destId="{75D57901-1EDF-472A-A6BC-2E2A0338892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2E30F-B2C4-4CBE-96C9-605B44CDBE74}">
      <dsp:nvSpPr>
        <dsp:cNvPr id="0" name=""/>
        <dsp:cNvSpPr/>
      </dsp:nvSpPr>
      <dsp:spPr>
        <a:xfrm>
          <a:off x="472" y="1092996"/>
          <a:ext cx="2035124" cy="1397495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48895" bIns="0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6200000">
        <a:off x="-368987" y="1462456"/>
        <a:ext cx="1145946" cy="407024"/>
      </dsp:txXfrm>
    </dsp:sp>
    <dsp:sp modelId="{25FF059B-8334-4C58-BD13-AB914DA099D3}">
      <dsp:nvSpPr>
        <dsp:cNvPr id="0" name=""/>
        <dsp:cNvSpPr/>
      </dsp:nvSpPr>
      <dsp:spPr>
        <a:xfrm>
          <a:off x="407497" y="1092996"/>
          <a:ext cx="1516167" cy="1397495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Time Saving &amp; Automated</a:t>
          </a:r>
        </a:p>
      </dsp:txBody>
      <dsp:txXfrm>
        <a:off x="407497" y="1092996"/>
        <a:ext cx="1516167" cy="1397495"/>
      </dsp:txXfrm>
    </dsp:sp>
    <dsp:sp modelId="{7CC4F381-E892-42CA-AD2C-E8EB2C8ED07D}">
      <dsp:nvSpPr>
        <dsp:cNvPr id="0" name=""/>
        <dsp:cNvSpPr/>
      </dsp:nvSpPr>
      <dsp:spPr>
        <a:xfrm>
          <a:off x="2106826" y="1092996"/>
          <a:ext cx="2035124" cy="1431441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48895" bIns="0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  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6200000">
        <a:off x="1723447" y="1476374"/>
        <a:ext cx="1173781" cy="407024"/>
      </dsp:txXfrm>
    </dsp:sp>
    <dsp:sp modelId="{2B211AF5-7937-4DDD-A605-19B5D097618B}">
      <dsp:nvSpPr>
        <dsp:cNvPr id="0" name=""/>
        <dsp:cNvSpPr/>
      </dsp:nvSpPr>
      <dsp:spPr>
        <a:xfrm rot="5400000">
          <a:off x="1925552" y="1527431"/>
          <a:ext cx="358648" cy="30526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F4A24-902E-4AE6-830C-66BA67489FA9}">
      <dsp:nvSpPr>
        <dsp:cNvPr id="0" name=""/>
        <dsp:cNvSpPr/>
      </dsp:nvSpPr>
      <dsp:spPr>
        <a:xfrm>
          <a:off x="2513851" y="1092996"/>
          <a:ext cx="1516167" cy="1431441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User Friendly Interface</a:t>
          </a:r>
        </a:p>
      </dsp:txBody>
      <dsp:txXfrm>
        <a:off x="2513851" y="1092996"/>
        <a:ext cx="1516167" cy="1431441"/>
      </dsp:txXfrm>
    </dsp:sp>
    <dsp:sp modelId="{4CC87C81-185A-4C3E-BBFE-5521CAE89DB9}">
      <dsp:nvSpPr>
        <dsp:cNvPr id="0" name=""/>
        <dsp:cNvSpPr/>
      </dsp:nvSpPr>
      <dsp:spPr>
        <a:xfrm>
          <a:off x="4213179" y="1092996"/>
          <a:ext cx="2035124" cy="1449439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48895" bIns="0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 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6200000">
        <a:off x="3822422" y="1483754"/>
        <a:ext cx="1188540" cy="407024"/>
      </dsp:txXfrm>
    </dsp:sp>
    <dsp:sp modelId="{E41378BE-304C-485A-B0FF-C9E5B6B31937}">
      <dsp:nvSpPr>
        <dsp:cNvPr id="0" name=""/>
        <dsp:cNvSpPr/>
      </dsp:nvSpPr>
      <dsp:spPr>
        <a:xfrm rot="5400000">
          <a:off x="4056156" y="1527431"/>
          <a:ext cx="358648" cy="30526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D57901-1EDF-472A-A6BC-2E2A0338892A}">
      <dsp:nvSpPr>
        <dsp:cNvPr id="0" name=""/>
        <dsp:cNvSpPr/>
      </dsp:nvSpPr>
      <dsp:spPr>
        <a:xfrm>
          <a:off x="4620204" y="1092996"/>
          <a:ext cx="1516167" cy="1449439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chilly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Instant Result &amp; History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4620204" y="1092996"/>
        <a:ext cx="1516167" cy="144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6023-687B-B11E-07B2-FF947C70E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2A1D8E-FBAE-CA90-3DAD-520E36F08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A716-40A3-9BDD-5FFC-470AC783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94527-C021-D355-9BFA-EA220C6A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AB9C5-8489-8F55-A35A-2A4D7C3E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78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9F77-F0CB-527E-EF05-69CC3D52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E6B1-701E-46F3-9E43-306C13511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FCFC3-F954-5A6B-CB56-09395813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0911F-F3A4-E01D-6121-1382B850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C3C5D-670B-E7CD-1BE8-BDBAAAD4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94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D6E6-68F2-C03B-77A7-E0ED3C66E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125F3-8536-5870-ED57-3697847C0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86500-ADFE-B845-E695-639E7D88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AE0D3-FB43-F270-6CA9-E57A1588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C9B5D-7981-432E-C2C7-E1E5B618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2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9662-37AA-7B49-8E50-D8CD75CA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0C3D-4758-4CAD-8ECF-EFDDB01B3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0A42B-6D97-C82A-043B-98739826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C4EF3-D0D6-55D5-ED22-18B3BEDEF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7B8B7-F873-0047-A683-6CBE585D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11F54-F56B-90D8-1021-63F499A6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31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12E6C-B43F-52A4-B7E2-B03432AF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4A371-65BF-A139-D009-E763D14D6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992E9-6C57-BA28-8E41-2405A5C02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81255-2734-4B39-2D33-E92DABBCC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19B9C-9129-E09F-E645-7BB0B4691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2810B9-EF71-C4FE-5A35-FF53BD8AE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C8ED1-D1B0-C8FF-044F-9EAB5AFAB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D87B93-2E9A-8087-155B-71C67E31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75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1B5A-2227-D428-866C-829F0151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95CE8-70C6-A60D-9225-50CFB6CE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FE2D7-D02C-DDF2-F2F8-4293DBF8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67D54-D4DD-0409-2D71-DD91F86E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805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88C7-D6AF-9A76-2306-E7E3BD04A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D2922-B3E5-C1F9-12DA-8EC7729E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ACAEB-61EE-5781-C1A4-B5A9F306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9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25A7-BD4A-7DB7-2BE6-319C75E3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D6048-2188-4E08-058D-08C365D5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F8330-F567-B0AA-D5F0-155B4EFBF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D49FE-F3A5-8F02-61E5-A2CBA32A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AB36B-2A2C-7B29-C183-370DB25F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D6770-7F16-7830-9EC1-BAB62E492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65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8FB8-3EBD-ADDB-B6E9-F854907DC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535A6-7967-5C27-3A9C-FD5C64F59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4C6FB-6AD8-2973-7E86-AED5C707B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93DB9-ECFD-9D18-A482-808509D0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61BB5-9E52-71BF-3F03-CC8D32C37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D6DFD-BA94-5231-DB2A-0AB58509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15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29A4-F8D4-CD35-B3DF-8405C87D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0CDD7-946C-9F11-211A-6373F8852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902DD-886D-F1DC-73AF-1C90D88B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0907-5E74-433F-CF82-90901DFF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DE99B-E5E3-62DF-FE73-12197FE5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61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C77316-1866-4AC9-4C9C-C2DA1D595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97F1E-8AF2-F2F7-D8BF-967256FF7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1E35-C18B-9875-95FC-C2F7D11A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7DC04-B564-6501-76D1-76FDB636C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1675B-55D5-8BAD-7A7E-D3677848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04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3FF4F-4635-6313-B326-B5850DD9A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11D9F-FD12-09DF-0A32-875BA4E12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52B36-9155-08DF-C3A1-383F29876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DFAF4-F315-4EE2-A1BD-8C74259AB811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F1282-9E2F-FE2D-3B0E-A33B9E6ED0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BF41F-158C-687A-2BDB-554D5665E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7CB39-A9C8-4AC2-9C18-5B5620762B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26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happystudysin.tistory.com/entry/%ED%95%99%EC%8A%B5%EC%BD%94%EC%B9%AD-%ED%96%89%EB%B3%B5%EA%B3%BC-%EA%B3%B5%EB%B6%80-%EB%91%98-%EB%8B%A4-%EC%9E%A1%EC%9D%84-%EC%88%98-%EC%9E%88%EC%9D%84%EA%B9%8C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hyperlink" Target="https://freesvg.org/watermelon-wind-power-generator" TargetMode="External"/><Relationship Id="rId3" Type="http://schemas.openxmlformats.org/officeDocument/2006/relationships/hyperlink" Target="https://www.marinedatascience.co/software/" TargetMode="External"/><Relationship Id="rId7" Type="http://schemas.microsoft.com/office/2007/relationships/hdphoto" Target="../media/hdphoto2.wdp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hyperlink" Target="https://www.rlvision.com/blog/try-a-new-pdf-reader-and-youll-never-go-back-to-adobe-reader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microsoft.com/office/2007/relationships/hdphoto" Target="../media/hdphoto8.wdp"/><Relationship Id="rId3" Type="http://schemas.openxmlformats.org/officeDocument/2006/relationships/hyperlink" Target="https://gecbunlari.com/cevrimici-yardimci-programi-kullanarak-pdf-yi-worde-donusturun/" TargetMode="External"/><Relationship Id="rId7" Type="http://schemas.microsoft.com/office/2007/relationships/hdphoto" Target="../media/hdphoto5.wdp"/><Relationship Id="rId12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microsoft.com/office/2007/relationships/hdphoto" Target="../media/hdphoto6.wdp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quizcraft-ht5u2jowmcr32d594db23a.streamlit.app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229EA0-A5C8-46F2-B502-584ACCB7AB58}"/>
              </a:ext>
            </a:extLst>
          </p:cNvPr>
          <p:cNvSpPr txBox="1"/>
          <p:nvPr/>
        </p:nvSpPr>
        <p:spPr>
          <a:xfrm>
            <a:off x="1043651" y="1838907"/>
            <a:ext cx="3918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Smart Quiz Generator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11C868-BAC3-0449-A9C5-CAF2A3417762}"/>
              </a:ext>
            </a:extLst>
          </p:cNvPr>
          <p:cNvCxnSpPr>
            <a:cxnSpLocks/>
          </p:cNvCxnSpPr>
          <p:nvPr/>
        </p:nvCxnSpPr>
        <p:spPr>
          <a:xfrm>
            <a:off x="534530" y="1838907"/>
            <a:ext cx="5299588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6C61824-69A1-EF26-1C47-34175E490058}"/>
              </a:ext>
            </a:extLst>
          </p:cNvPr>
          <p:cNvSpPr txBox="1"/>
          <p:nvPr/>
        </p:nvSpPr>
        <p:spPr>
          <a:xfrm>
            <a:off x="534530" y="922852"/>
            <a:ext cx="6096000" cy="92333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sz="5400" b="1">
                <a:solidFill>
                  <a:schemeClr val="accent1"/>
                </a:solidFill>
                <a:latin typeface="Century Gothic" panose="020B0502020202020204" pitchFamily="34" charset="0"/>
              </a:rPr>
              <a:t>🧠QUIZCRAFT</a:t>
            </a:r>
            <a:endParaRPr lang="en-IN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970B3E-3D4A-7E6B-56DC-69747D2C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5" t="8235" r="4120" b="4218"/>
          <a:stretch>
            <a:fillRect/>
          </a:stretch>
        </p:blipFill>
        <p:spPr>
          <a:xfrm>
            <a:off x="9342277" y="503806"/>
            <a:ext cx="2408903" cy="24089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07DD0E10-F484-3388-2D97-6DA34FA7CD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246507"/>
              </p:ext>
            </p:extLst>
          </p:nvPr>
        </p:nvGraphicFramePr>
        <p:xfrm>
          <a:off x="381753" y="2635757"/>
          <a:ext cx="6248777" cy="4624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94FA8E-7FBF-5F1A-ADF4-D294C1AD7369}"/>
              </a:ext>
            </a:extLst>
          </p:cNvPr>
          <p:cNvSpPr txBox="1"/>
          <p:nvPr/>
        </p:nvSpPr>
        <p:spPr>
          <a:xfrm>
            <a:off x="9704365" y="4347993"/>
            <a:ext cx="1919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bg2">
                    <a:lumMod val="50000"/>
                  </a:schemeClr>
                </a:solidFill>
              </a:rPr>
              <a:t>Vanshika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bg2">
                    <a:lumMod val="50000"/>
                  </a:schemeClr>
                </a:solidFill>
              </a:rPr>
              <a:t>Tamanna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bg2">
                    <a:lumMod val="50000"/>
                  </a:schemeClr>
                </a:solidFill>
              </a:rPr>
              <a:t>Vanshika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2A211-96C6-B751-E190-510542784893}"/>
              </a:ext>
            </a:extLst>
          </p:cNvPr>
          <p:cNvSpPr txBox="1"/>
          <p:nvPr/>
        </p:nvSpPr>
        <p:spPr>
          <a:xfrm>
            <a:off x="9443905" y="3886328"/>
            <a:ext cx="2440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bg2">
                    <a:lumMod val="50000"/>
                  </a:schemeClr>
                </a:solidFill>
              </a:rPr>
              <a:t>TEAM MEMBERS :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F5E89D-DBB5-DDE3-C5B7-B71F73417017}"/>
              </a:ext>
            </a:extLst>
          </p:cNvPr>
          <p:cNvCxnSpPr>
            <a:cxnSpLocks/>
          </p:cNvCxnSpPr>
          <p:nvPr/>
        </p:nvCxnSpPr>
        <p:spPr>
          <a:xfrm>
            <a:off x="8647493" y="503806"/>
            <a:ext cx="83552" cy="5493871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12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08EE31-DF71-C664-F25F-0554185D9757}"/>
              </a:ext>
            </a:extLst>
          </p:cNvPr>
          <p:cNvSpPr/>
          <p:nvPr/>
        </p:nvSpPr>
        <p:spPr>
          <a:xfrm>
            <a:off x="-108155" y="0"/>
            <a:ext cx="12300155" cy="11798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– What does our app solve?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304C21-49F2-7499-A1C2-CF7C80343D72}"/>
              </a:ext>
            </a:extLst>
          </p:cNvPr>
          <p:cNvSpPr/>
          <p:nvPr/>
        </p:nvSpPr>
        <p:spPr>
          <a:xfrm>
            <a:off x="658761" y="1435510"/>
            <a:ext cx="3952568" cy="15542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Too much study</a:t>
            </a:r>
          </a:p>
          <a:p>
            <a:pPr algn="ctr"/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material</a:t>
            </a:r>
          </a:p>
          <a:p>
            <a:pPr algn="ctr"/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(long PDFS)</a:t>
            </a:r>
          </a:p>
          <a:p>
            <a:pPr algn="ctr"/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Overwhelming notes &amp;</a:t>
            </a:r>
          </a:p>
          <a:p>
            <a:pPr algn="ctr"/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resources are hard to review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39595-9FBA-FD21-6C69-FB3A83F4CC47}"/>
              </a:ext>
            </a:extLst>
          </p:cNvPr>
          <p:cNvSpPr/>
          <p:nvPr/>
        </p:nvSpPr>
        <p:spPr>
          <a:xfrm>
            <a:off x="7418439" y="3628103"/>
            <a:ext cx="3952568" cy="13666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tx1"/>
                </a:solidFill>
              </a:rPr>
              <a:t>         No instant feedback</a:t>
            </a:r>
          </a:p>
          <a:p>
            <a:pPr algn="ctr"/>
            <a:r>
              <a:rPr lang="en-IN" sz="1600">
                <a:solidFill>
                  <a:schemeClr val="tx1"/>
                </a:solidFill>
              </a:rPr>
              <a:t>      Learners wait too long to </a:t>
            </a:r>
          </a:p>
          <a:p>
            <a:pPr algn="ctr"/>
            <a:r>
              <a:rPr lang="en-IN" sz="1600">
                <a:solidFill>
                  <a:schemeClr val="tx1"/>
                </a:solidFill>
              </a:rPr>
              <a:t>             know if they’re right or wrong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00EB2E-6D4A-1DF3-4675-3B06EF84B9A0}"/>
              </a:ext>
            </a:extLst>
          </p:cNvPr>
          <p:cNvSpPr/>
          <p:nvPr/>
        </p:nvSpPr>
        <p:spPr>
          <a:xfrm>
            <a:off x="737419" y="3628103"/>
            <a:ext cx="3952568" cy="13666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tx1"/>
                </a:solidFill>
              </a:rPr>
              <a:t>              Manual quiz making</a:t>
            </a:r>
          </a:p>
          <a:p>
            <a:pPr algn="ctr"/>
            <a:r>
              <a:rPr lang="en-IN" sz="2400" b="1">
                <a:solidFill>
                  <a:schemeClr val="tx1"/>
                </a:solidFill>
              </a:rPr>
              <a:t>is boring</a:t>
            </a:r>
          </a:p>
          <a:p>
            <a:pPr algn="ctr"/>
            <a:r>
              <a:rPr lang="en-IN" sz="1600">
                <a:solidFill>
                  <a:schemeClr val="tx1"/>
                </a:solidFill>
              </a:rPr>
              <a:t>                          Time consuming and repetitive</a:t>
            </a:r>
          </a:p>
          <a:p>
            <a:pPr algn="ctr"/>
            <a:r>
              <a:rPr lang="en-IN" sz="1600">
                <a:solidFill>
                  <a:schemeClr val="tx1"/>
                </a:solidFill>
              </a:rPr>
              <a:t> to create quizzes</a:t>
            </a:r>
          </a:p>
          <a:p>
            <a:pPr algn="ctr"/>
            <a:endParaRPr lang="en-IN" sz="1600" b="1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37283-5A64-414A-D96B-2AE2D19502E2}"/>
              </a:ext>
            </a:extLst>
          </p:cNvPr>
          <p:cNvSpPr/>
          <p:nvPr/>
        </p:nvSpPr>
        <p:spPr>
          <a:xfrm>
            <a:off x="7418439" y="1336432"/>
            <a:ext cx="3952568" cy="15542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No quick way to</a:t>
            </a:r>
          </a:p>
          <a:p>
            <a:pPr algn="ctr"/>
            <a:r>
              <a:rPr lang="en-IN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test understanding</a:t>
            </a:r>
          </a:p>
          <a:p>
            <a:pPr algn="ctr"/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Students can’t self assess</a:t>
            </a:r>
          </a:p>
          <a:p>
            <a:pPr algn="ctr"/>
            <a:r>
              <a:rPr lang="en-IN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knowledge easily</a:t>
            </a:r>
          </a:p>
          <a:p>
            <a:pPr algn="ctr"/>
            <a:endParaRPr lang="en-IN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4CDD64-4F81-2C2C-7FA0-D7F013722FAA}"/>
              </a:ext>
            </a:extLst>
          </p:cNvPr>
          <p:cNvSpPr/>
          <p:nvPr/>
        </p:nvSpPr>
        <p:spPr>
          <a:xfrm>
            <a:off x="1052051" y="5732206"/>
            <a:ext cx="10609006" cy="914400"/>
          </a:xfrm>
          <a:prstGeom prst="rect">
            <a:avLst/>
          </a:prstGeom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/>
              <a:t>Solution: Quiz Craft -&gt;</a:t>
            </a:r>
          </a:p>
          <a:p>
            <a:pPr algn="ctr"/>
            <a:r>
              <a:rPr lang="en-IN" sz="2000"/>
              <a:t>Turns any PDF / Text notes into instant MCQ quiz</a:t>
            </a:r>
          </a:p>
        </p:txBody>
      </p:sp>
      <p:pic>
        <p:nvPicPr>
          <p:cNvPr id="15" name="Graphic 14" descr="Books with solid fill">
            <a:extLst>
              <a:ext uri="{FF2B5EF4-FFF2-40B4-BE49-F238E27FC236}">
                <a16:creationId xmlns:a16="http://schemas.microsoft.com/office/drawing/2014/main" id="{BC07D9C2-0451-FC97-B048-5DDDF9C76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0993" y="1768380"/>
            <a:ext cx="835517" cy="789431"/>
          </a:xfrm>
          <a:prstGeom prst="rect">
            <a:avLst/>
          </a:prstGeom>
        </p:spPr>
      </p:pic>
      <p:pic>
        <p:nvPicPr>
          <p:cNvPr id="17" name="Graphic 16" descr="Questions with solid fill">
            <a:extLst>
              <a:ext uri="{FF2B5EF4-FFF2-40B4-BE49-F238E27FC236}">
                <a16:creationId xmlns:a16="http://schemas.microsoft.com/office/drawing/2014/main" id="{FA7EAADF-537B-6573-26CA-712FBD411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9116" y="1728452"/>
            <a:ext cx="840658" cy="829359"/>
          </a:xfrm>
          <a:prstGeom prst="rect">
            <a:avLst/>
          </a:prstGeom>
        </p:spPr>
      </p:pic>
      <p:pic>
        <p:nvPicPr>
          <p:cNvPr id="19" name="Graphic 18" descr="Pencil with solid fill">
            <a:extLst>
              <a:ext uri="{FF2B5EF4-FFF2-40B4-BE49-F238E27FC236}">
                <a16:creationId xmlns:a16="http://schemas.microsoft.com/office/drawing/2014/main" id="{7C4ADA6B-A79E-A372-796E-72BB58AC3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652" y="3974691"/>
            <a:ext cx="843115" cy="843115"/>
          </a:xfrm>
          <a:prstGeom prst="rect">
            <a:avLst/>
          </a:prstGeom>
        </p:spPr>
      </p:pic>
      <p:pic>
        <p:nvPicPr>
          <p:cNvPr id="21" name="Graphic 20" descr="Clock with solid fill">
            <a:extLst>
              <a:ext uri="{FF2B5EF4-FFF2-40B4-BE49-F238E27FC236}">
                <a16:creationId xmlns:a16="http://schemas.microsoft.com/office/drawing/2014/main" id="{507E345F-D2B4-463E-9C56-09971BD960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8439" y="3918155"/>
            <a:ext cx="786580" cy="786580"/>
          </a:xfrm>
          <a:prstGeom prst="rect">
            <a:avLst/>
          </a:prstGeom>
        </p:spPr>
      </p:pic>
      <p:pic>
        <p:nvPicPr>
          <p:cNvPr id="23" name="Graphic 22" descr="Lightbulb with solid fill">
            <a:extLst>
              <a:ext uri="{FF2B5EF4-FFF2-40B4-BE49-F238E27FC236}">
                <a16:creationId xmlns:a16="http://schemas.microsoft.com/office/drawing/2014/main" id="{FBF3203A-F178-EC59-FFC2-8CFEA5B85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8751" y="5786283"/>
            <a:ext cx="806245" cy="8062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6BF00FF-B2A4-C9C7-4515-C4DB9DA96A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550126" y="5849761"/>
            <a:ext cx="806245" cy="67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8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520575-7F8D-2F74-E132-DD1D999515FF}"/>
              </a:ext>
            </a:extLst>
          </p:cNvPr>
          <p:cNvSpPr txBox="1"/>
          <p:nvPr/>
        </p:nvSpPr>
        <p:spPr>
          <a:xfrm>
            <a:off x="928848" y="0"/>
            <a:ext cx="40386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90F7B5-A392-4A46-B4EC-B96203930889}"/>
              </a:ext>
            </a:extLst>
          </p:cNvPr>
          <p:cNvSpPr txBox="1"/>
          <p:nvPr/>
        </p:nvSpPr>
        <p:spPr>
          <a:xfrm>
            <a:off x="928848" y="791497"/>
            <a:ext cx="1033430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/>
              <a:t>QuizCraft automatically coverts any PDF or notes into an interactive </a:t>
            </a:r>
          </a:p>
          <a:p>
            <a:r>
              <a:rPr lang="en-IN" sz="2800" b="1"/>
              <a:t>MCQ quiz with instant results</a:t>
            </a:r>
          </a:p>
          <a:p>
            <a:endParaRPr lang="en-IN" sz="2800" b="1"/>
          </a:p>
          <a:p>
            <a:endParaRPr lang="en-IN" sz="2800" b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EBF5FA-D9AC-CDE6-66B1-C18C9064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92" y="2149716"/>
            <a:ext cx="5622485" cy="39167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93D580-78A2-E188-A190-52527A334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06" y="2013577"/>
            <a:ext cx="4857135" cy="41040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A3A442-DC92-084A-C632-9D9BAAB198BF}"/>
              </a:ext>
            </a:extLst>
          </p:cNvPr>
          <p:cNvCxnSpPr/>
          <p:nvPr/>
        </p:nvCxnSpPr>
        <p:spPr>
          <a:xfrm>
            <a:off x="1189703" y="791497"/>
            <a:ext cx="16223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309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43C9E2-4622-C02D-000A-9749862E1932}"/>
              </a:ext>
            </a:extLst>
          </p:cNvPr>
          <p:cNvSpPr/>
          <p:nvPr/>
        </p:nvSpPr>
        <p:spPr>
          <a:xfrm>
            <a:off x="516193" y="147483"/>
            <a:ext cx="11159613" cy="11700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Stack-QuizCraft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53D27-41F1-997B-7099-96EF37BF9BB6}"/>
              </a:ext>
            </a:extLst>
          </p:cNvPr>
          <p:cNvSpPr txBox="1"/>
          <p:nvPr/>
        </p:nvSpPr>
        <p:spPr>
          <a:xfrm>
            <a:off x="3446584" y="1436913"/>
            <a:ext cx="7254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ln>
                  <a:solidFill>
                    <a:schemeClr val="accent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 powering the application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0D0A8C-169A-8901-5605-58C318B7D313}"/>
              </a:ext>
            </a:extLst>
          </p:cNvPr>
          <p:cNvSpPr/>
          <p:nvPr/>
        </p:nvSpPr>
        <p:spPr>
          <a:xfrm>
            <a:off x="290429" y="2208995"/>
            <a:ext cx="3156155" cy="18288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25C4E4-396B-3CDD-37B2-759E68BEA175}"/>
              </a:ext>
            </a:extLst>
          </p:cNvPr>
          <p:cNvSpPr/>
          <p:nvPr/>
        </p:nvSpPr>
        <p:spPr>
          <a:xfrm>
            <a:off x="7688824" y="4409768"/>
            <a:ext cx="3156155" cy="18288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F03D0C-8BFB-758C-9FA9-FC610CA774D8}"/>
              </a:ext>
            </a:extLst>
          </p:cNvPr>
          <p:cNvSpPr/>
          <p:nvPr/>
        </p:nvSpPr>
        <p:spPr>
          <a:xfrm>
            <a:off x="3917883" y="4409768"/>
            <a:ext cx="3156155" cy="18288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823097-BA97-6E5D-8123-1093AD743BCE}"/>
              </a:ext>
            </a:extLst>
          </p:cNvPr>
          <p:cNvSpPr/>
          <p:nvPr/>
        </p:nvSpPr>
        <p:spPr>
          <a:xfrm>
            <a:off x="353961" y="4409768"/>
            <a:ext cx="3156155" cy="18288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F475CA4-134A-8E9F-B892-7754FD27FB86}"/>
              </a:ext>
            </a:extLst>
          </p:cNvPr>
          <p:cNvSpPr/>
          <p:nvPr/>
        </p:nvSpPr>
        <p:spPr>
          <a:xfrm>
            <a:off x="7688824" y="2208995"/>
            <a:ext cx="3156155" cy="18288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517732E-BCA1-F150-299A-DBF066C9FCDA}"/>
              </a:ext>
            </a:extLst>
          </p:cNvPr>
          <p:cNvSpPr/>
          <p:nvPr/>
        </p:nvSpPr>
        <p:spPr>
          <a:xfrm>
            <a:off x="3917883" y="2208996"/>
            <a:ext cx="3156155" cy="18288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accent1"/>
                </a:solidFill>
              </a:ln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CD5AB80-69FD-1724-8A73-915AAE6C3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59058" y="2259986"/>
            <a:ext cx="666136" cy="66613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17ED428-D244-D89E-19F0-E03A38D647A8}"/>
              </a:ext>
            </a:extLst>
          </p:cNvPr>
          <p:cNvSpPr txBox="1"/>
          <p:nvPr/>
        </p:nvSpPr>
        <p:spPr>
          <a:xfrm>
            <a:off x="999109" y="2759114"/>
            <a:ext cx="1595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BAD583-149A-32DB-C81A-D8822DA0B707}"/>
              </a:ext>
            </a:extLst>
          </p:cNvPr>
          <p:cNvSpPr txBox="1"/>
          <p:nvPr/>
        </p:nvSpPr>
        <p:spPr>
          <a:xfrm>
            <a:off x="503025" y="3307960"/>
            <a:ext cx="2858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/>
              <a:t>Backend Language,</a:t>
            </a:r>
          </a:p>
          <a:p>
            <a:pPr algn="ctr"/>
            <a:r>
              <a:rPr lang="en-IN"/>
              <a:t>Core logic &amp; Data processing</a:t>
            </a:r>
          </a:p>
        </p:txBody>
      </p:sp>
      <p:pic>
        <p:nvPicPr>
          <p:cNvPr id="42" name="Picture 41" descr="Streamlit SVG and transparent PNG icons | TechIcons">
            <a:extLst>
              <a:ext uri="{FF2B5EF4-FFF2-40B4-BE49-F238E27FC236}">
                <a16:creationId xmlns:a16="http://schemas.microsoft.com/office/drawing/2014/main" id="{488EF203-C4E9-6EDA-4405-1EC86B4670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70540" y="2309500"/>
            <a:ext cx="780277" cy="71853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455C061-7C96-8A34-7CCE-210783899641}"/>
              </a:ext>
            </a:extLst>
          </p:cNvPr>
          <p:cNvSpPr txBox="1"/>
          <p:nvPr/>
        </p:nvSpPr>
        <p:spPr>
          <a:xfrm>
            <a:off x="4449184" y="2770520"/>
            <a:ext cx="202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46B8EE-C060-E455-1C18-DECE86D96D46}"/>
              </a:ext>
            </a:extLst>
          </p:cNvPr>
          <p:cNvSpPr txBox="1"/>
          <p:nvPr/>
        </p:nvSpPr>
        <p:spPr>
          <a:xfrm>
            <a:off x="4155264" y="3285548"/>
            <a:ext cx="272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/>
              <a:t>Web app Framework,</a:t>
            </a:r>
          </a:p>
          <a:p>
            <a:pPr algn="ctr"/>
            <a:r>
              <a:rPr lang="en-IN"/>
              <a:t>Interactive UI &amp; Dashboard</a:t>
            </a:r>
          </a:p>
        </p:txBody>
      </p:sp>
      <p:pic>
        <p:nvPicPr>
          <p:cNvPr id="49" name="Picture 48" descr="SQLite Database Android Computer Software Application software, android,  angle, data png | PNGEgg">
            <a:extLst>
              <a:ext uri="{FF2B5EF4-FFF2-40B4-BE49-F238E27FC236}">
                <a16:creationId xmlns:a16="http://schemas.microsoft.com/office/drawing/2014/main" id="{F0462693-7EBA-E990-6931-FC919F87A7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0552" y="2309500"/>
            <a:ext cx="1223541" cy="69605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B6CD6B0-76E2-0E00-CFC0-8E38B6851339}"/>
              </a:ext>
            </a:extLst>
          </p:cNvPr>
          <p:cNvSpPr txBox="1"/>
          <p:nvPr/>
        </p:nvSpPr>
        <p:spPr>
          <a:xfrm>
            <a:off x="7656035" y="2844454"/>
            <a:ext cx="3989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SQLite(quizcraft.db)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A8390E-D4C1-8B0D-1A37-C2761B9AC462}"/>
              </a:ext>
            </a:extLst>
          </p:cNvPr>
          <p:cNvSpPr txBox="1"/>
          <p:nvPr/>
        </p:nvSpPr>
        <p:spPr>
          <a:xfrm>
            <a:off x="7782147" y="3377531"/>
            <a:ext cx="2899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Lightweight Database, Stores</a:t>
            </a:r>
          </a:p>
          <a:p>
            <a:pPr algn="ctr"/>
            <a:r>
              <a:rPr lang="en-IN"/>
              <a:t> quizzes &amp; user data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BA8F055-208B-0670-788B-A8191323DC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511906" y="4517012"/>
            <a:ext cx="621694" cy="6216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7CBC562-05E0-823D-FA33-7BB3DC8C855F}"/>
              </a:ext>
            </a:extLst>
          </p:cNvPr>
          <p:cNvSpPr txBox="1"/>
          <p:nvPr/>
        </p:nvSpPr>
        <p:spPr>
          <a:xfrm>
            <a:off x="999109" y="5053256"/>
            <a:ext cx="1595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6CA2C1-046B-66C2-AE04-D598A66D0645}"/>
              </a:ext>
            </a:extLst>
          </p:cNvPr>
          <p:cNvSpPr txBox="1"/>
          <p:nvPr/>
        </p:nvSpPr>
        <p:spPr>
          <a:xfrm>
            <a:off x="743443" y="5612917"/>
            <a:ext cx="23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from Uploads</a:t>
            </a:r>
          </a:p>
        </p:txBody>
      </p:sp>
      <p:pic>
        <p:nvPicPr>
          <p:cNvPr id="62" name="Picture 61" descr="Introduction to Regex - TestMatick">
            <a:extLst>
              <a:ext uri="{FF2B5EF4-FFF2-40B4-BE49-F238E27FC236}">
                <a16:creationId xmlns:a16="http://schemas.microsoft.com/office/drawing/2014/main" id="{ED9C709B-396C-BF8C-D650-9429E307944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706" l="4429" r="94872">
                        <a14:foregroundMark x1="2797" y1="14706" x2="5828" y2="52451"/>
                        <a14:foregroundMark x1="5828" y1="52451" x2="4662" y2="23529"/>
                        <a14:foregroundMark x1="4662" y1="23529" x2="6527" y2="61275"/>
                        <a14:foregroundMark x1="91142" y1="41667" x2="93561" y2="40078"/>
                        <a14:backgroundMark x1="93240" y1="41667" x2="95804" y2="362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9091" y="4439532"/>
            <a:ext cx="1273738" cy="60569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CCB4778-DE00-0599-16A1-5C4902BD7C18}"/>
              </a:ext>
            </a:extLst>
          </p:cNvPr>
          <p:cNvSpPr txBox="1"/>
          <p:nvPr/>
        </p:nvSpPr>
        <p:spPr>
          <a:xfrm>
            <a:off x="4001840" y="4960922"/>
            <a:ext cx="2914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Regex NLP Pattern</a:t>
            </a:r>
          </a:p>
          <a:p>
            <a:pPr algn="ctr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Matching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83F7967-CD93-BB6B-E3C2-9386E29174D4}"/>
              </a:ext>
            </a:extLst>
          </p:cNvPr>
          <p:cNvSpPr txBox="1"/>
          <p:nvPr/>
        </p:nvSpPr>
        <p:spPr>
          <a:xfrm>
            <a:off x="4372636" y="5678106"/>
            <a:ext cx="2153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Text Pattern Analysis &amp;</a:t>
            </a:r>
          </a:p>
          <a:p>
            <a:pPr algn="ctr"/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NLP Processing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D3C9AC28-A94D-4320-5069-093720D562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976746" y="4514074"/>
            <a:ext cx="531152" cy="531152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52688C8-4D7C-A786-CAF3-54139FA6C652}"/>
              </a:ext>
            </a:extLst>
          </p:cNvPr>
          <p:cNvSpPr txBox="1"/>
          <p:nvPr/>
        </p:nvSpPr>
        <p:spPr>
          <a:xfrm>
            <a:off x="8304714" y="5031520"/>
            <a:ext cx="2133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 CSS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21237D-DAA4-23CC-BDDD-78E36F8EB121}"/>
              </a:ext>
            </a:extLst>
          </p:cNvPr>
          <p:cNvSpPr txBox="1"/>
          <p:nvPr/>
        </p:nvSpPr>
        <p:spPr>
          <a:xfrm>
            <a:off x="8016911" y="5494195"/>
            <a:ext cx="270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/>
              <a:t>Custom styling &amp; </a:t>
            </a:r>
          </a:p>
          <a:p>
            <a:pPr algn="ctr"/>
            <a:r>
              <a:rPr lang="en-IN"/>
              <a:t>Responsive clean UI design</a:t>
            </a:r>
          </a:p>
        </p:txBody>
      </p:sp>
    </p:spTree>
    <p:extLst>
      <p:ext uri="{BB962C8B-B14F-4D97-AF65-F5344CB8AC3E}">
        <p14:creationId xmlns:p14="http://schemas.microsoft.com/office/powerpoint/2010/main" val="2938206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D88900-1988-7929-5937-4ABDFB57DF44}"/>
              </a:ext>
            </a:extLst>
          </p:cNvPr>
          <p:cNvSpPr txBox="1"/>
          <p:nvPr/>
        </p:nvSpPr>
        <p:spPr>
          <a:xfrm>
            <a:off x="1907458" y="353962"/>
            <a:ext cx="9220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QuizCraft  - System Architechture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2564F-816D-C66E-3B62-216899B1713F}"/>
              </a:ext>
            </a:extLst>
          </p:cNvPr>
          <p:cNvSpPr txBox="1"/>
          <p:nvPr/>
        </p:nvSpPr>
        <p:spPr>
          <a:xfrm>
            <a:off x="3045325" y="1184959"/>
            <a:ext cx="61782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Quiz generation &amp; Evaluation Flow </a:t>
            </a:r>
          </a:p>
          <a:p>
            <a:endParaRPr lang="en-IN" sz="24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C1125-70D9-66B9-5D9C-200EB4D2690D}"/>
              </a:ext>
            </a:extLst>
          </p:cNvPr>
          <p:cNvSpPr txBox="1"/>
          <p:nvPr/>
        </p:nvSpPr>
        <p:spPr>
          <a:xfrm>
            <a:off x="5327584" y="1646624"/>
            <a:ext cx="1536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7-step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89069-ACE6-F597-1A75-D65256654039}"/>
              </a:ext>
            </a:extLst>
          </p:cNvPr>
          <p:cNvSpPr/>
          <p:nvPr/>
        </p:nvSpPr>
        <p:spPr>
          <a:xfrm>
            <a:off x="668594" y="2104103"/>
            <a:ext cx="1356851" cy="4218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0306AE-443E-5889-91FC-BC162F485E5A}"/>
              </a:ext>
            </a:extLst>
          </p:cNvPr>
          <p:cNvSpPr/>
          <p:nvPr/>
        </p:nvSpPr>
        <p:spPr>
          <a:xfrm>
            <a:off x="2312081" y="2104103"/>
            <a:ext cx="1356851" cy="4218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85EF4-22B0-94A7-D493-027AB035F7C2}"/>
              </a:ext>
            </a:extLst>
          </p:cNvPr>
          <p:cNvSpPr/>
          <p:nvPr/>
        </p:nvSpPr>
        <p:spPr>
          <a:xfrm>
            <a:off x="4024810" y="2104103"/>
            <a:ext cx="1356851" cy="4218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9CA3C1-ED27-52A1-6F40-93DA121048C9}"/>
              </a:ext>
            </a:extLst>
          </p:cNvPr>
          <p:cNvSpPr/>
          <p:nvPr/>
        </p:nvSpPr>
        <p:spPr>
          <a:xfrm>
            <a:off x="5668297" y="2104103"/>
            <a:ext cx="1356851" cy="4218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D0A22-FFE5-D0AF-4853-716476693301}"/>
              </a:ext>
            </a:extLst>
          </p:cNvPr>
          <p:cNvSpPr/>
          <p:nvPr/>
        </p:nvSpPr>
        <p:spPr>
          <a:xfrm>
            <a:off x="7349613" y="2104103"/>
            <a:ext cx="1356851" cy="4218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E962D3-1236-1D40-7377-A04907E7E943}"/>
              </a:ext>
            </a:extLst>
          </p:cNvPr>
          <p:cNvSpPr/>
          <p:nvPr/>
        </p:nvSpPr>
        <p:spPr>
          <a:xfrm>
            <a:off x="9030929" y="2104103"/>
            <a:ext cx="1356851" cy="4218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868A9E-21F8-BA72-ADE5-27E343918764}"/>
              </a:ext>
            </a:extLst>
          </p:cNvPr>
          <p:cNvSpPr/>
          <p:nvPr/>
        </p:nvSpPr>
        <p:spPr>
          <a:xfrm>
            <a:off x="10692580" y="2104103"/>
            <a:ext cx="1356851" cy="42180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707F1DF-C4B1-8708-09AF-5FDFAA6DD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6290" y="2521070"/>
            <a:ext cx="907930" cy="9079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BE667A2-461B-4A79-DAA4-D5B0995BFA9C}"/>
              </a:ext>
            </a:extLst>
          </p:cNvPr>
          <p:cNvSpPr txBox="1"/>
          <p:nvPr/>
        </p:nvSpPr>
        <p:spPr>
          <a:xfrm>
            <a:off x="785690" y="3476635"/>
            <a:ext cx="1251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3A6D5D-3972-432F-F983-CB27232BBDA2}"/>
              </a:ext>
            </a:extLst>
          </p:cNvPr>
          <p:cNvSpPr txBox="1"/>
          <p:nvPr/>
        </p:nvSpPr>
        <p:spPr>
          <a:xfrm>
            <a:off x="875633" y="3993541"/>
            <a:ext cx="1006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>
                <a:solidFill>
                  <a:schemeClr val="accent1"/>
                </a:solidFill>
              </a:rPr>
              <a:t>Text or PDF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D0CC43-9C62-D707-AB2B-B1C7CA26B089}"/>
              </a:ext>
            </a:extLst>
          </p:cNvPr>
          <p:cNvSpPr txBox="1"/>
          <p:nvPr/>
        </p:nvSpPr>
        <p:spPr>
          <a:xfrm>
            <a:off x="758399" y="4655214"/>
            <a:ext cx="11490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User Provide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Content Via 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Text Entry or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PDF Upload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DDAF2EF-F13F-5B1E-9203-BBA6EF1CA966}"/>
              </a:ext>
            </a:extLst>
          </p:cNvPr>
          <p:cNvCxnSpPr>
            <a:stCxn id="5" idx="3"/>
            <a:endCxn id="13" idx="1"/>
          </p:cNvCxnSpPr>
          <p:nvPr/>
        </p:nvCxnSpPr>
        <p:spPr>
          <a:xfrm>
            <a:off x="2025445" y="4213123"/>
            <a:ext cx="286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87FFD0-9F3D-37A7-5241-FD74BB778336}"/>
              </a:ext>
            </a:extLst>
          </p:cNvPr>
          <p:cNvCxnSpPr/>
          <p:nvPr/>
        </p:nvCxnSpPr>
        <p:spPr>
          <a:xfrm>
            <a:off x="3668932" y="4213122"/>
            <a:ext cx="286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AD3021-2C7B-A0AE-A34F-398036A27776}"/>
              </a:ext>
            </a:extLst>
          </p:cNvPr>
          <p:cNvCxnSpPr/>
          <p:nvPr/>
        </p:nvCxnSpPr>
        <p:spPr>
          <a:xfrm>
            <a:off x="5381661" y="4168493"/>
            <a:ext cx="286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0F62DC-09E0-AB9E-B61C-B9B44E139E3B}"/>
              </a:ext>
            </a:extLst>
          </p:cNvPr>
          <p:cNvCxnSpPr/>
          <p:nvPr/>
        </p:nvCxnSpPr>
        <p:spPr>
          <a:xfrm>
            <a:off x="7025148" y="4168493"/>
            <a:ext cx="286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0A820AE-ABBA-DB91-F151-6C624DECE973}"/>
              </a:ext>
            </a:extLst>
          </p:cNvPr>
          <p:cNvCxnSpPr/>
          <p:nvPr/>
        </p:nvCxnSpPr>
        <p:spPr>
          <a:xfrm>
            <a:off x="8744293" y="4168493"/>
            <a:ext cx="286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34853C4-1FCF-E5EE-6E32-1E8CF2F54677}"/>
              </a:ext>
            </a:extLst>
          </p:cNvPr>
          <p:cNvCxnSpPr/>
          <p:nvPr/>
        </p:nvCxnSpPr>
        <p:spPr>
          <a:xfrm>
            <a:off x="10405944" y="4213122"/>
            <a:ext cx="2866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Ultimate guide to managing PDF documents: OCR conversion, text extraction &amp; word Search | Adobe Acrobat (India)">
            <a:extLst>
              <a:ext uri="{FF2B5EF4-FFF2-40B4-BE49-F238E27FC236}">
                <a16:creationId xmlns:a16="http://schemas.microsoft.com/office/drawing/2014/main" id="{0F3E90BB-3233-B7E8-203B-BD522F3FC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3111" y1="14286" x2="48752" y2="14286"/>
                        <a14:foregroundMark x1="48752" y1="14286" x2="57635" y2="19164"/>
                        <a14:foregroundMark x1="69365" y1="83808" x2="69551" y2="85397"/>
                        <a14:foregroundMark x1="61015" y1="71185" x2="60399" y2="70159"/>
                        <a14:foregroundMark x1="69551" y1="85397" x2="69054" y2="84569"/>
                        <a14:foregroundMark x1="60399" y1="70159" x2="46922" y2="83492"/>
                        <a14:foregroundMark x1="46922" y1="83492" x2="38103" y2="81587"/>
                        <a14:foregroundMark x1="38103" y1="81587" x2="35158" y2="75393"/>
                        <a14:foregroundMark x1="29543" y1="43703" x2="29279" y2="42933"/>
                        <a14:foregroundMark x1="31226" y1="27561" x2="34110" y2="26032"/>
                        <a14:foregroundMark x1="34110" y1="26032" x2="37770" y2="40952"/>
                        <a14:foregroundMark x1="37770" y1="40952" x2="50582" y2="30476"/>
                        <a14:foregroundMark x1="50582" y1="30476" x2="59068" y2="54603"/>
                        <a14:foregroundMark x1="59068" y1="54603" x2="49750" y2="69206"/>
                        <a14:foregroundMark x1="49750" y1="69206" x2="36772" y2="76190"/>
                        <a14:foregroundMark x1="34748" y1="75488" x2="31107" y2="74225"/>
                        <a14:foregroundMark x1="36772" y1="76190" x2="35112" y2="75614"/>
                        <a14:foregroundMark x1="33278" y1="14921" x2="54409" y2="22857"/>
                        <a14:foregroundMark x1="54409" y1="22857" x2="41431" y2="29524"/>
                        <a14:foregroundMark x1="41431" y1="29524" x2="52912" y2="12063"/>
                        <a14:foregroundMark x1="52912" y1="12063" x2="52413" y2="17778"/>
                        <a14:foregroundMark x1="56905" y1="25079" x2="55740" y2="29206"/>
                        <a14:foregroundMark x1="37770" y1="53333" x2="45258" y2="50794"/>
                        <a14:foregroundMark x1="43261" y1="58730" x2="59734" y2="55556"/>
                        <a14:foregroundMark x1="59734" y1="55556" x2="58070" y2="55556"/>
                        <a14:foregroundMark x1="30616" y1="27302" x2="34110" y2="63810"/>
                        <a14:foregroundMark x1="34110" y1="63810" x2="33777" y2="72063"/>
                        <a14:foregroundMark x1="63394" y1="49206" x2="64559" y2="64762"/>
                        <a14:foregroundMark x1="64559" y1="64762" x2="63894" y2="66032"/>
                        <a14:backgroundMark x1="26456" y1="27937" x2="27221" y2="29396"/>
                        <a14:backgroundMark x1="32802" y1="71921" x2="32779" y2="74286"/>
                        <a14:backgroundMark x1="32098" y1="71818" x2="31780" y2="73333"/>
                        <a14:backgroundMark x1="58403" y1="18095" x2="65391" y2="33016"/>
                        <a14:backgroundMark x1="66293" y1="64293" x2="66389" y2="67619"/>
                        <a14:backgroundMark x1="65391" y1="33016" x2="65839" y2="48545"/>
                        <a14:backgroundMark x1="67244" y1="69115" x2="70383" y2="74603"/>
                        <a14:backgroundMark x1="68386" y1="83810" x2="64393" y2="84762"/>
                        <a14:backgroundMark x1="63727" y1="79048" x2="69884" y2="82540"/>
                        <a14:backgroundMark x1="65557" y1="77460" x2="64393" y2="84762"/>
                        <a14:backgroundMark x1="64393" y1="71429" x2="64060" y2="88254"/>
                        <a14:backgroundMark x1="64060" y1="88254" x2="64559" y2="901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05023" y="2559536"/>
            <a:ext cx="1585490" cy="83099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C736B1B-6406-11B0-E5D2-05E38E2C2A77}"/>
              </a:ext>
            </a:extLst>
          </p:cNvPr>
          <p:cNvSpPr txBox="1"/>
          <p:nvPr/>
        </p:nvSpPr>
        <p:spPr>
          <a:xfrm>
            <a:off x="2355312" y="3922778"/>
            <a:ext cx="13179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PyPDF ,</a:t>
            </a:r>
          </a:p>
          <a:p>
            <a:pPr algn="ctr"/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Extract_text_from</a:t>
            </a:r>
          </a:p>
          <a:p>
            <a:pPr algn="ctr"/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_PDF +</a:t>
            </a:r>
          </a:p>
          <a:p>
            <a:pPr algn="ctr"/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Clean_text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143C79-A066-A896-C66B-6C4C559FAC5E}"/>
              </a:ext>
            </a:extLst>
          </p:cNvPr>
          <p:cNvSpPr txBox="1"/>
          <p:nvPr/>
        </p:nvSpPr>
        <p:spPr>
          <a:xfrm>
            <a:off x="2221562" y="3497779"/>
            <a:ext cx="15524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2B5E65-84A2-0EE1-E619-86251539CBF6}"/>
              </a:ext>
            </a:extLst>
          </p:cNvPr>
          <p:cNvSpPr txBox="1"/>
          <p:nvPr/>
        </p:nvSpPr>
        <p:spPr>
          <a:xfrm>
            <a:off x="2367433" y="4765110"/>
            <a:ext cx="12611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Extract Raw Text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from uploaded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PDF ,Clean &amp;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Pre-process text</a:t>
            </a:r>
          </a:p>
          <a:p>
            <a:pPr algn="ctr"/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F89594-F964-DDE1-DB3A-8FF31118CE69}"/>
              </a:ext>
            </a:extLst>
          </p:cNvPr>
          <p:cNvSpPr txBox="1"/>
          <p:nvPr/>
        </p:nvSpPr>
        <p:spPr>
          <a:xfrm>
            <a:off x="4014066" y="3406877"/>
            <a:ext cx="1559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Concept Extraction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E82EF8-AC0B-85F6-3848-05441CA5E5D6}"/>
              </a:ext>
            </a:extLst>
          </p:cNvPr>
          <p:cNvSpPr txBox="1"/>
          <p:nvPr/>
        </p:nvSpPr>
        <p:spPr>
          <a:xfrm>
            <a:off x="5554938" y="3406877"/>
            <a:ext cx="1546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Quiz generation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52D675-9647-AD3A-4071-8D8AC95B0909}"/>
              </a:ext>
            </a:extLst>
          </p:cNvPr>
          <p:cNvSpPr txBox="1"/>
          <p:nvPr/>
        </p:nvSpPr>
        <p:spPr>
          <a:xfrm>
            <a:off x="7349613" y="3507413"/>
            <a:ext cx="1283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 UI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A4F4BA-1053-390C-8693-632B675F91B3}"/>
              </a:ext>
            </a:extLst>
          </p:cNvPr>
          <p:cNvSpPr txBox="1"/>
          <p:nvPr/>
        </p:nvSpPr>
        <p:spPr>
          <a:xfrm>
            <a:off x="9054763" y="3497779"/>
            <a:ext cx="13660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Evaluation &amp;</a:t>
            </a:r>
          </a:p>
          <a:p>
            <a:pPr algn="ctr"/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E90CE1-6B37-7D32-3BAD-ACED4DF456BE}"/>
              </a:ext>
            </a:extLst>
          </p:cNvPr>
          <p:cNvSpPr txBox="1"/>
          <p:nvPr/>
        </p:nvSpPr>
        <p:spPr>
          <a:xfrm>
            <a:off x="10909218" y="3476635"/>
            <a:ext cx="994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 storage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4B9C20-AF3A-1C35-C555-D1FC8D63E943}"/>
              </a:ext>
            </a:extLst>
          </p:cNvPr>
          <p:cNvSpPr txBox="1"/>
          <p:nvPr/>
        </p:nvSpPr>
        <p:spPr>
          <a:xfrm>
            <a:off x="4233543" y="3993528"/>
            <a:ext cx="104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Regex pattern</a:t>
            </a:r>
          </a:p>
          <a:p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38A9DA-6CBE-AD45-FD38-2C1366ED3810}"/>
              </a:ext>
            </a:extLst>
          </p:cNvPr>
          <p:cNvSpPr txBox="1"/>
          <p:nvPr/>
        </p:nvSpPr>
        <p:spPr>
          <a:xfrm>
            <a:off x="5789796" y="3987467"/>
            <a:ext cx="1085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Generate_quiz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5A445E-D537-B87D-F5CD-7DAC58EC0962}"/>
              </a:ext>
            </a:extLst>
          </p:cNvPr>
          <p:cNvSpPr txBox="1"/>
          <p:nvPr/>
        </p:nvSpPr>
        <p:spPr>
          <a:xfrm>
            <a:off x="7425839" y="3990390"/>
            <a:ext cx="1020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 Attempt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1206F2-D5E3-4AAD-E5EC-F4B6CC3CE8B7}"/>
              </a:ext>
            </a:extLst>
          </p:cNvPr>
          <p:cNvSpPr txBox="1"/>
          <p:nvPr/>
        </p:nvSpPr>
        <p:spPr>
          <a:xfrm>
            <a:off x="9068758" y="4043403"/>
            <a:ext cx="1402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&amp; percentage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60F32C-7686-8F32-2912-C186ED3E5218}"/>
              </a:ext>
            </a:extLst>
          </p:cNvPr>
          <p:cNvSpPr txBox="1"/>
          <p:nvPr/>
        </p:nvSpPr>
        <p:spPr>
          <a:xfrm>
            <a:off x="11055855" y="4024319"/>
            <a:ext cx="630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8857E2-4084-5214-A824-2D29C25D01F8}"/>
              </a:ext>
            </a:extLst>
          </p:cNvPr>
          <p:cNvSpPr txBox="1"/>
          <p:nvPr/>
        </p:nvSpPr>
        <p:spPr>
          <a:xfrm>
            <a:off x="3987360" y="4778324"/>
            <a:ext cx="14830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Pattern: “is a”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Pattern: “is used for”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Pattern: ”Provides”</a:t>
            </a:r>
            <a:b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3D96A7-D804-6A23-6F49-E7D8E7287448}"/>
              </a:ext>
            </a:extLst>
          </p:cNvPr>
          <p:cNvSpPr txBox="1"/>
          <p:nvPr/>
        </p:nvSpPr>
        <p:spPr>
          <a:xfrm>
            <a:off x="5692661" y="4763303"/>
            <a:ext cx="1483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Create Multiple-</a:t>
            </a:r>
          </a:p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choice question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03B0AF-255F-01A2-25BF-993FA1FC0ACD}"/>
              </a:ext>
            </a:extLst>
          </p:cNvPr>
          <p:cNvSpPr txBox="1"/>
          <p:nvPr/>
        </p:nvSpPr>
        <p:spPr>
          <a:xfrm>
            <a:off x="7275268" y="4778324"/>
            <a:ext cx="1505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UI for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users to attempt quiz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EAB535-73A9-C405-1462-10F628BFA144}"/>
              </a:ext>
            </a:extLst>
          </p:cNvPr>
          <p:cNvSpPr txBox="1"/>
          <p:nvPr/>
        </p:nvSpPr>
        <p:spPr>
          <a:xfrm>
            <a:off x="8979827" y="4685990"/>
            <a:ext cx="145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Calculate score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</a:p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Compute percentage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92D73E-39EE-E8C2-11F2-982E03F78C94}"/>
              </a:ext>
            </a:extLst>
          </p:cNvPr>
          <p:cNvSpPr txBox="1"/>
          <p:nvPr/>
        </p:nvSpPr>
        <p:spPr>
          <a:xfrm>
            <a:off x="10930858" y="4793713"/>
            <a:ext cx="950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Quiz history</a:t>
            </a:r>
          </a:p>
        </p:txBody>
      </p:sp>
      <p:pic>
        <p:nvPicPr>
          <p:cNvPr id="54" name="Picture 53" descr="Magnifying Glass Vector Icon. Magnifier Illustration Symbol. Search Logo or Sign. for Web Sites or Mobile Device Stock Vector - Illustration of logo, magnify: 157727718">
            <a:extLst>
              <a:ext uri="{FF2B5EF4-FFF2-40B4-BE49-F238E27FC236}">
                <a16:creationId xmlns:a16="http://schemas.microsoft.com/office/drawing/2014/main" id="{1558A8CA-1DC7-3982-63B9-8EC4DA2CA8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1155" y1="23105" x2="50181" y2="18051"/>
                        <a14:foregroundMark x1="50181" y1="18051" x2="62816" y2="16245"/>
                        <a14:foregroundMark x1="62816" y1="16245" x2="74368" y2="22022"/>
                        <a14:foregroundMark x1="74368" y1="22022" x2="81408" y2="30325"/>
                        <a14:foregroundMark x1="81408" y1="30325" x2="78520" y2="45307"/>
                        <a14:foregroundMark x1="78520" y1="45307" x2="65523" y2="55054"/>
                        <a14:foregroundMark x1="65523" y1="55054" x2="52347" y2="57762"/>
                        <a14:foregroundMark x1="52347" y1="57762" x2="41155" y2="47112"/>
                        <a14:foregroundMark x1="41155" y1="47112" x2="38628" y2="29783"/>
                        <a14:foregroundMark x1="38628" y1="29783" x2="51264" y2="21480"/>
                        <a14:foregroundMark x1="51264" y1="21480" x2="53791" y2="34477"/>
                        <a14:foregroundMark x1="53791" y1="34477" x2="44765" y2="53069"/>
                        <a14:foregroundMark x1="44765" y1="53069" x2="37906" y2="42780"/>
                        <a14:foregroundMark x1="37906" y1="42780" x2="64801" y2="33213"/>
                        <a14:foregroundMark x1="64801" y1="33213" x2="59386" y2="45487"/>
                        <a14:foregroundMark x1="60830" y1="43141" x2="68592" y2="33394"/>
                        <a14:foregroundMark x1="68592" y1="33394" x2="55415" y2="33574"/>
                        <a14:foregroundMark x1="55415" y1="33574" x2="59025" y2="21841"/>
                        <a14:foregroundMark x1="59025" y1="21841" x2="68231" y2="41155"/>
                        <a14:foregroundMark x1="68231" y1="41155" x2="62094" y2="58664"/>
                        <a14:foregroundMark x1="62094" y1="58664" x2="62094" y2="58664"/>
                        <a14:foregroundMark x1="41516" y1="59206" x2="22202" y2="7888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4408111" y="2543902"/>
            <a:ext cx="686134" cy="686134"/>
          </a:xfrm>
          <a:prstGeom prst="rect">
            <a:avLst/>
          </a:prstGeom>
        </p:spPr>
      </p:pic>
      <p:pic>
        <p:nvPicPr>
          <p:cNvPr id="56" name="Picture 55" descr="Logo quiz Vectors - Download Free High-Quality Vectors | Magnific (formerly  Freepik)">
            <a:extLst>
              <a:ext uri="{FF2B5EF4-FFF2-40B4-BE49-F238E27FC236}">
                <a16:creationId xmlns:a16="http://schemas.microsoft.com/office/drawing/2014/main" id="{94B7968C-5B50-420F-570A-C1DA0A8F63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3888" y1="23047" x2="50133" y2="19935"/>
                        <a14:foregroundMark x1="62902" y1="20021" x2="65000" y2="20270"/>
                        <a14:foregroundMark x1="65000" y1="20270" x2="69449" y2="25575"/>
                        <a14:foregroundMark x1="71081" y1="36351" x2="70000" y2="45135"/>
                        <a14:foregroundMark x1="71546" y1="32564" x2="71263" y2="34865"/>
                        <a14:foregroundMark x1="70000" y1="45135" x2="44459" y2="44324"/>
                        <a14:foregroundMark x1="44459" y1="44324" x2="41892" y2="27027"/>
                        <a14:foregroundMark x1="41892" y1="27027" x2="55270" y2="36757"/>
                        <a14:foregroundMark x1="55270" y1="36757" x2="42432" y2="54189"/>
                        <a14:foregroundMark x1="42432" y1="54189" x2="41622" y2="54595"/>
                        <a14:foregroundMark x1="26081" y1="28649" x2="32568" y2="70676"/>
                        <a14:foregroundMark x1="39210" y1="88222" x2="39730" y2="89595"/>
                        <a14:foregroundMark x1="34604" y1="76054" x2="35237" y2="77725"/>
                        <a14:foregroundMark x1="39730" y1="89595" x2="39392" y2="88337"/>
                        <a14:foregroundMark x1="42483" y1="74149" x2="45015" y2="75034"/>
                        <a14:foregroundMark x1="52979" y1="76491" x2="58243" y2="73649"/>
                        <a14:foregroundMark x1="58243" y1="73649" x2="67162" y2="59054"/>
                        <a14:foregroundMark x1="67162" y1="59054" x2="65135" y2="50946"/>
                        <a14:foregroundMark x1="65135" y1="50946" x2="57838" y2="54459"/>
                        <a14:foregroundMark x1="57838" y1="54459" x2="46622" y2="46351"/>
                        <a14:foregroundMark x1="46622" y1="46351" x2="43784" y2="36892"/>
                        <a14:foregroundMark x1="43784" y1="36892" x2="42838" y2="35541"/>
                        <a14:backgroundMark x1="31351" y1="71892" x2="41216" y2="75676"/>
                        <a14:backgroundMark x1="41216" y1="75676" x2="31216" y2="85946"/>
                        <a14:backgroundMark x1="31216" y1="85946" x2="35270" y2="79459"/>
                        <a14:backgroundMark x1="35270" y1="79459" x2="38919" y2="79324"/>
                        <a14:backgroundMark x1="40000" y1="86892" x2="35946" y2="84324"/>
                        <a14:backgroundMark x1="71216" y1="25541" x2="71351" y2="32568"/>
                        <a14:backgroundMark x1="71351" y1="32568" x2="72027" y2="26757"/>
                        <a14:backgroundMark x1="50541" y1="19324" x2="57838" y2="19865"/>
                        <a14:backgroundMark x1="57838" y1="19865" x2="63243" y2="19459"/>
                        <a14:backgroundMark x1="71216" y1="36216" x2="70541" y2="33108"/>
                        <a14:backgroundMark x1="71757" y1="34865" x2="71757" y2="36351"/>
                        <a14:backgroundMark x1="43784" y1="76622" x2="52703" y2="79189"/>
                        <a14:backgroundMark x1="52703" y1="79189" x2="60811" y2="78378"/>
                        <a14:backgroundMark x1="60811" y1="78378" x2="45676" y2="87568"/>
                        <a14:backgroundMark x1="45676" y1="87568" x2="54189" y2="84324"/>
                        <a14:backgroundMark x1="54189" y1="84324" x2="21216" y2="83243"/>
                        <a14:backgroundMark x1="25676" y1="23919" x2="33514" y2="23649"/>
                        <a14:backgroundMark x1="33514" y1="23649" x2="31486" y2="216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2857">
            <a:off x="5918475" y="2420600"/>
            <a:ext cx="932739" cy="932739"/>
          </a:xfrm>
          <a:prstGeom prst="rect">
            <a:avLst/>
          </a:prstGeom>
        </p:spPr>
      </p:pic>
      <p:pic>
        <p:nvPicPr>
          <p:cNvPr id="58" name="Picture 57" descr="User interface - Free computer icons">
            <a:extLst>
              <a:ext uri="{FF2B5EF4-FFF2-40B4-BE49-F238E27FC236}">
                <a16:creationId xmlns:a16="http://schemas.microsoft.com/office/drawing/2014/main" id="{755B725E-FB5F-580B-BA10-CA0F7ECFF7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620" b="99329" l="4251" r="99553">
                        <a14:foregroundMark x1="12081" y1="9843" x2="5275" y2="21134"/>
                        <a14:foregroundMark x1="5330" y1="97395" x2="5369" y2="99329"/>
                        <a14:foregroundMark x1="5272" y1="94506" x2="5292" y2="95493"/>
                        <a14:foregroundMark x1="90157" y1="9172" x2="94191" y2="15031"/>
                        <a14:foregroundMark x1="99179" y1="29732" x2="99164" y2="30016"/>
                        <a14:foregroundMark x1="5369" y1="13870" x2="5935" y2="68637"/>
                        <a14:foregroundMark x1="9662" y1="68932" x2="12975" y2="59955"/>
                        <a14:foregroundMark x1="12975" y1="59955" x2="11633" y2="59508"/>
                        <a14:backgroundMark x1="2933" y1="78779" x2="1566" y2="82774"/>
                        <a14:backgroundMark x1="1566" y1="82774" x2="7606" y2="93289"/>
                        <a14:backgroundMark x1="7606" y1="93289" x2="7290" y2="78734"/>
                        <a14:backgroundMark x1="97763" y1="14765" x2="98881" y2="29754"/>
                        <a14:backgroundMark x1="98881" y1="29754" x2="97987" y2="30425"/>
                        <a14:backgroundMark x1="4251" y1="99329" x2="5593" y2="94631"/>
                        <a14:backgroundMark x1="2237" y1="99776" x2="4698" y2="98658"/>
                        <a14:backgroundMark x1="6488" y1="70470" x2="6040" y2="72483"/>
                        <a14:backgroundMark x1="5369" y1="73826" x2="6488" y2="76510"/>
                        <a14:backgroundMark x1="6488" y1="68680" x2="5369" y2="82774"/>
                        <a14:backgroundMark x1="5369" y1="82774" x2="4027" y2="818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19163" y="2612845"/>
            <a:ext cx="634335" cy="634335"/>
          </a:xfrm>
          <a:prstGeom prst="rect">
            <a:avLst/>
          </a:prstGeom>
        </p:spPr>
      </p:pic>
      <p:pic>
        <p:nvPicPr>
          <p:cNvPr id="60" name="Picture 59" descr="Score sheet icon in flat design 23896752 Vector Art at Vecteezy">
            <a:extLst>
              <a:ext uri="{FF2B5EF4-FFF2-40B4-BE49-F238E27FC236}">
                <a16:creationId xmlns:a16="http://schemas.microsoft.com/office/drawing/2014/main" id="{B15FC89D-DF91-99A2-E317-89A7D90F70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9928" b="93863" l="9928" r="89892">
                        <a14:foregroundMark x1="26173" y1="22202" x2="64801" y2="18773"/>
                        <a14:foregroundMark x1="64801" y1="18773" x2="74729" y2="28159"/>
                        <a14:foregroundMark x1="74729" y1="28159" x2="77256" y2="37004"/>
                        <a14:foregroundMark x1="77256" y1="37004" x2="70578" y2="77617"/>
                        <a14:foregroundMark x1="70578" y1="77617" x2="62635" y2="93321"/>
                        <a14:foregroundMark x1="62635" y1="93321" x2="49097" y2="93863"/>
                        <a14:foregroundMark x1="49097" y1="93863" x2="38809" y2="81949"/>
                        <a14:foregroundMark x1="38809" y1="81949" x2="29242" y2="76534"/>
                        <a14:foregroundMark x1="29242" y1="76534" x2="30505" y2="43682"/>
                        <a14:foregroundMark x1="30505" y1="43682" x2="68773" y2="30325"/>
                        <a14:foregroundMark x1="68773" y1="30325" x2="53069" y2="50000"/>
                        <a14:foregroundMark x1="53069" y1="50000" x2="64440" y2="58664"/>
                        <a14:foregroundMark x1="64440" y1="58664" x2="49278" y2="75632"/>
                        <a14:foregroundMark x1="34838" y1="50000" x2="30686" y2="44765"/>
                        <a14:foregroundMark x1="36282" y1="54152" x2="28159" y2="65343"/>
                        <a14:foregroundMark x1="28159" y1="65343" x2="50000" y2="86823"/>
                        <a14:foregroundMark x1="50000" y1="86823" x2="65523" y2="48195"/>
                        <a14:foregroundMark x1="65523" y1="48195" x2="36823" y2="64982"/>
                        <a14:foregroundMark x1="36823" y1="64982" x2="52888" y2="62996"/>
                        <a14:foregroundMark x1="52888" y1="62996" x2="44946" y2="62816"/>
                        <a14:foregroundMark x1="60469" y1="51625" x2="64982" y2="65704"/>
                        <a14:foregroundMark x1="64982" y1="65704" x2="49819" y2="64982"/>
                        <a14:foregroundMark x1="49819" y1="64982" x2="60650" y2="55415"/>
                        <a14:foregroundMark x1="60650" y1="55415" x2="54332" y2="68412"/>
                        <a14:foregroundMark x1="54332" y1="68412" x2="58484" y2="57581"/>
                        <a14:foregroundMark x1="58484" y1="57581" x2="57040" y2="55235"/>
                        <a14:foregroundMark x1="66787" y1="57040" x2="68773" y2="62455"/>
                        <a14:foregroundMark x1="67329" y1="70036" x2="56679" y2="79422"/>
                        <a14:foregroundMark x1="56679" y1="79422" x2="70578" y2="68592"/>
                        <a14:foregroundMark x1="70578" y1="68592" x2="56859" y2="71661"/>
                        <a14:foregroundMark x1="56859" y1="71661" x2="46209" y2="77256"/>
                        <a14:foregroundMark x1="46209" y1="77256" x2="48736" y2="78700"/>
                        <a14:foregroundMark x1="20397" y1="20036" x2="36101" y2="17870"/>
                        <a14:foregroundMark x1="36101" y1="17870" x2="48917" y2="18592"/>
                        <a14:foregroundMark x1="48917" y1="18592" x2="62274" y2="26534"/>
                        <a14:foregroundMark x1="62274" y1="26534" x2="60469" y2="36462"/>
                        <a14:foregroundMark x1="60469" y1="36462" x2="42960" y2="43321"/>
                        <a14:foregroundMark x1="42960" y1="43321" x2="28881" y2="42599"/>
                        <a14:foregroundMark x1="28881" y1="42599" x2="24368" y2="34477"/>
                        <a14:foregroundMark x1="24368" y1="34477" x2="35199" y2="36462"/>
                        <a14:foregroundMark x1="35199" y1="36462" x2="38809" y2="25451"/>
                        <a14:foregroundMark x1="38809" y1="25451" x2="51444" y2="35921"/>
                        <a14:foregroundMark x1="51444" y1="35921" x2="60830" y2="33574"/>
                        <a14:foregroundMark x1="52527" y1="10469" x2="52527" y2="10469"/>
                        <a14:foregroundMark x1="52527" y1="10469" x2="51805" y2="13177"/>
                        <a14:foregroundMark x1="48556" y1="10650" x2="46209" y2="106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8330" y="2521529"/>
            <a:ext cx="722998" cy="722998"/>
          </a:xfrm>
          <a:prstGeom prst="rect">
            <a:avLst/>
          </a:prstGeom>
        </p:spPr>
      </p:pic>
      <p:pic>
        <p:nvPicPr>
          <p:cNvPr id="62" name="Picture 61" descr="Tango style database icon - Openclipart">
            <a:extLst>
              <a:ext uri="{FF2B5EF4-FFF2-40B4-BE49-F238E27FC236}">
                <a16:creationId xmlns:a16="http://schemas.microsoft.com/office/drawing/2014/main" id="{F39A6C16-B944-EA19-70EE-5F4F0C5FFAB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87302" y="2623785"/>
            <a:ext cx="567405" cy="56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2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DEAA56-751F-C93F-8228-251D3194CEB4}"/>
              </a:ext>
            </a:extLst>
          </p:cNvPr>
          <p:cNvSpPr txBox="1"/>
          <p:nvPr/>
        </p:nvSpPr>
        <p:spPr>
          <a:xfrm>
            <a:off x="1355446" y="455634"/>
            <a:ext cx="92849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6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 &amp; Deployed Link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A9F332-E137-1B62-BEF6-FC2A3744993A}"/>
              </a:ext>
            </a:extLst>
          </p:cNvPr>
          <p:cNvCxnSpPr/>
          <p:nvPr/>
        </p:nvCxnSpPr>
        <p:spPr>
          <a:xfrm>
            <a:off x="1288251" y="1579452"/>
            <a:ext cx="94193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6E002B-87F2-689E-A5FC-50AF41CD344D}"/>
              </a:ext>
            </a:extLst>
          </p:cNvPr>
          <p:cNvSpPr/>
          <p:nvPr/>
        </p:nvSpPr>
        <p:spPr>
          <a:xfrm>
            <a:off x="978309" y="5358023"/>
            <a:ext cx="9419303" cy="7275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https://quizcraft-ht5u2jowmcr32d594db23a.streamlit.app/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482038-AA38-F53F-FE28-E6506971DF7A}"/>
              </a:ext>
            </a:extLst>
          </p:cNvPr>
          <p:cNvSpPr txBox="1"/>
          <p:nvPr/>
        </p:nvSpPr>
        <p:spPr>
          <a:xfrm>
            <a:off x="2231923" y="6325856"/>
            <a:ext cx="8052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the QR code or Click the Link above for the access of live deployed application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A0DDB0-7733-2C7F-BB35-921DB229C8E4}"/>
              </a:ext>
            </a:extLst>
          </p:cNvPr>
          <p:cNvSpPr/>
          <p:nvPr/>
        </p:nvSpPr>
        <p:spPr>
          <a:xfrm>
            <a:off x="3834581" y="1951790"/>
            <a:ext cx="3706761" cy="31659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C69F31-2EA4-4738-0AF5-52FB8F83C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187" y="2025010"/>
            <a:ext cx="3019545" cy="3019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55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>
                <a:solidFill>
                  <a:srgbClr val="1F3764"/>
                </a:solidFill>
                <a:latin typeface="Times New Roman"/>
              </a:rPr>
              <a:t>Challenges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1078992"/>
            <a:ext cx="10058400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4289" y="1581912"/>
            <a:ext cx="22491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PDF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3055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Different PDFs can have different layouts.</a:t>
            </a:r>
          </a:p>
          <a:p>
            <a:pPr algn="l">
              <a:spcAft>
                <a:spcPts val="500"/>
              </a:spcAft>
            </a:pPr>
            <a:r>
              <a:rPr sz="1250" err="1">
                <a:solidFill>
                  <a:srgbClr val="FFFFFF"/>
                </a:solidFill>
                <a:latin typeface="Times New Roman"/>
              </a:rPr>
              <a:t>PyPDF</a:t>
            </a:r>
            <a:r>
              <a:rPr sz="1250">
                <a:solidFill>
                  <a:srgbClr val="FFFFFF"/>
                </a:solidFill>
                <a:latin typeface="Times New Roman"/>
              </a:rPr>
              <a:t> is used to extract the text before cleaning and preprocessing.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1318" y="1581912"/>
            <a:ext cx="292740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Question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213055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The extracted text has to be converted into meaningful MCQs.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Regex pattern matching helps identify useful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1732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0946" y="1581912"/>
            <a:ext cx="26404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Instant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1" y="213055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The quiz must calculate the score and percentage immediately after an attempt.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79476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8043" y="3959352"/>
            <a:ext cx="27077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Database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450799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Quiz information and history are stored in SQLite for later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79476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3233" y="3959352"/>
            <a:ext cx="222689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Clean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450799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The Streamlit UI needs to stay simple and easy to use while supporting the complete 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Times New Roman"/>
              </a:rP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>
                <a:solidFill>
                  <a:srgbClr val="1F3764"/>
                </a:solidFill>
                <a:latin typeface="Times New Roman"/>
              </a:rPr>
              <a:t>Our Role in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1078992"/>
            <a:ext cx="10058400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4251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8964" y="1581912"/>
            <a:ext cx="23912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Project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0702" y="2363183"/>
            <a:ext cx="2825496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Identified the problem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Defined the solution flow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Organized the presentation structure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Connected the features to the user need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337560" cy="4251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22317" y="1581912"/>
            <a:ext cx="301396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Implementation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2005" y="2363183"/>
            <a:ext cx="2825496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PDF / text input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Text extraction &amp; cleaning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Concept extraction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MCQ generation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Quiz attempt and evaluation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SQLite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3337560" cy="4251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5819" y="1581912"/>
            <a:ext cx="30164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Demo &amp;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6725" y="2363183"/>
            <a:ext cx="2825496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Explained the technology stack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Presented the system architecture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Prepared the live demo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• Showed the deployed </a:t>
            </a:r>
            <a:r>
              <a:rPr sz="1250" err="1">
                <a:solidFill>
                  <a:srgbClr val="FFFFFF"/>
                </a:solidFill>
                <a:latin typeface="Times New Roman"/>
              </a:rPr>
              <a:t>QuizCraft</a:t>
            </a:r>
            <a:r>
              <a:rPr sz="1250">
                <a:solidFill>
                  <a:srgbClr val="FFFFFF"/>
                </a:solidFill>
                <a:latin typeface="Times New Roman"/>
              </a:rPr>
              <a:t>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Times New Roman"/>
              </a:rP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>
                <a:solidFill>
                  <a:srgbClr val="1F3764"/>
                </a:solidFill>
                <a:latin typeface="Times New Roman"/>
              </a:rP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1078992"/>
            <a:ext cx="10058400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More Question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3055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Expand beyond the current MCQ generation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1732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19210" y="1581912"/>
            <a:ext cx="31116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Better Text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213055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Handle complex PDFs and noisy extracted text more effectively.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1732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158191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More Input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1" y="213055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Support additional study-material formats.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6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7144" y="3895344"/>
            <a:ext cx="26091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Progress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50799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Add topic-wise performance and progress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79476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900" y="3959352"/>
            <a:ext cx="26042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Personal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450799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Give learners individual profiles and quiz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794760"/>
            <a:ext cx="3429000" cy="19659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72865" y="3959352"/>
            <a:ext cx="313662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Larger Question 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1" y="4507992"/>
            <a:ext cx="291693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Save and reuse generated questions across quizzes.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Times New Roman"/>
              </a:rP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>
                <a:solidFill>
                  <a:srgbClr val="1F3764"/>
                </a:solidFill>
                <a:latin typeface="Times New Roman"/>
              </a:rPr>
              <a:t>GitHub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1078992"/>
            <a:ext cx="10058400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10058400" cy="160020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766145" y="1764792"/>
            <a:ext cx="43549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QUIZCRAFT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313432"/>
            <a:ext cx="954633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GitHub Link:  Add your repository URL here</a:t>
            </a:r>
          </a:p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Keep the repository link updated before the final presentation.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57600"/>
            <a:ext cx="8229600" cy="146304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36012" y="3822191"/>
            <a:ext cx="32151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PROJECT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4370832"/>
            <a:ext cx="7717536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>
                <a:solidFill>
                  <a:srgbClr val="FFFFFF"/>
                </a:solidFill>
                <a:latin typeface="Times New Roman"/>
              </a:rPr>
              <a:t>Source code  •  Streamlit app  •  SQLite database  •  Project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Times New Roman"/>
              </a:rP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1F3764"/>
                </a:solidFill>
                <a:latin typeface="Times New Roman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423160"/>
            <a:ext cx="8503920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0" y="2880360"/>
            <a:ext cx="6309360" cy="15087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71800" y="3044952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imes New Roman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3593591"/>
            <a:ext cx="5797296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err="1">
                <a:solidFill>
                  <a:srgbClr val="FFFFFF"/>
                </a:solidFill>
                <a:latin typeface="Times New Roman"/>
              </a:rPr>
              <a:t>QuizCraft</a:t>
            </a:r>
            <a:r>
              <a:rPr sz="1250">
                <a:solidFill>
                  <a:srgbClr val="FFFFFF"/>
                </a:solidFill>
                <a:latin typeface="Times New Roman"/>
              </a:rPr>
              <a:t> — Smart Quiz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7F7F"/>
                </a:solidFill>
                <a:latin typeface="Times New Roman"/>
              </a:rP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636</Words>
  <Application>Microsoft Office PowerPoint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tamanna mehra</dc:creator>
  <cp:lastModifiedBy>tamanna mehra</cp:lastModifiedBy>
  <cp:revision>2</cp:revision>
  <dcterms:created xsi:type="dcterms:W3CDTF">2026-09-15T16:31:23Z</dcterms:created>
  <dcterms:modified xsi:type="dcterms:W3CDTF">2026-09-23T03:56:51Z</dcterms:modified>
</cp:coreProperties>
</file>